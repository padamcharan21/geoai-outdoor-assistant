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0a352c9c1c48e4" /><Relationship Type="http://schemas.openxmlformats.org/officeDocument/2006/relationships/extended-properties" Target="/docProps/app.xml" Id="Rfa0d7b76f8a44a73" /><Relationship Type="http://schemas.openxmlformats.org/officeDocument/2006/relationships/officeDocument" Target="/ppt/presentation.xml" Id="R32a96654f35b43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f94bdf6e744201"/>
  </p:sldMasterIdLst>
  <p:notesMasterIdLst>
    <p:notesMasterId xmlns:r="http://schemas.openxmlformats.org/officeDocument/2006/relationships" r:id="R645aae4ada3941fc"/>
  </p:notesMasterIdLst>
  <p:sldIdLst>
    <p:sldId xmlns:r="http://schemas.openxmlformats.org/officeDocument/2006/relationships" id="256" r:id="R4dc6257f5bd44cd3"/>
    <p:sldId xmlns:r="http://schemas.openxmlformats.org/officeDocument/2006/relationships" id="257" r:id="R5b6372a52b554e0f"/>
    <p:sldId xmlns:r="http://schemas.openxmlformats.org/officeDocument/2006/relationships" id="258" r:id="Rba4fc7dfe0ea49de"/>
    <p:sldId xmlns:r="http://schemas.openxmlformats.org/officeDocument/2006/relationships" id="259" r:id="R074b7561440141f8"/>
    <p:sldId xmlns:r="http://schemas.openxmlformats.org/officeDocument/2006/relationships" id="260" r:id="R1ccb38aaefb947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d501137c194d99" /><Relationship Type="http://schemas.openxmlformats.org/officeDocument/2006/relationships/slideMaster" Target="/ppt/slideMasters/slideMaster1.xml" Id="Rd4f94bdf6e744201" /><Relationship Type="http://schemas.openxmlformats.org/officeDocument/2006/relationships/notesMaster" Target="/ppt/notesMasters/notesMaster1.xml" Id="R645aae4ada3941fc" /><Relationship Type="http://schemas.openxmlformats.org/officeDocument/2006/relationships/presProps" Target="/ppt/presProps.xml" Id="R640a4aa99d934170" /><Relationship Type="http://schemas.openxmlformats.org/officeDocument/2006/relationships/tableStyles" Target="/ppt/tableStyles.xml" Id="R10ad215f5cd846ad" /><Relationship Type="http://schemas.openxmlformats.org/officeDocument/2006/relationships/slide" Target="/ppt/slides/slide1.xml" Id="R4dc6257f5bd44cd3" /><Relationship Type="http://schemas.openxmlformats.org/officeDocument/2006/relationships/slide" Target="/ppt/slides/slide2.xml" Id="R5b6372a52b554e0f" /><Relationship Type="http://schemas.openxmlformats.org/officeDocument/2006/relationships/slide" Target="/ppt/slides/slide3.xml" Id="Rba4fc7dfe0ea49de" /><Relationship Type="http://schemas.openxmlformats.org/officeDocument/2006/relationships/slide" Target="/ppt/slides/slide4.xml" Id="R074b7561440141f8" /><Relationship Type="http://schemas.openxmlformats.org/officeDocument/2006/relationships/slide" Target="/ppt/slides/slide5.xml" Id="R1ccb38aaefb947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76691177374a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eecdff4be34327" /><Relationship Type="http://schemas.openxmlformats.org/officeDocument/2006/relationships/notesMaster" Target="/ppt/notesMasters/notesMaster1.xml" Id="Ref31ba31896d48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2ab6dec5754d3c" /><Relationship Type="http://schemas.openxmlformats.org/officeDocument/2006/relationships/notesMaster" Target="/ppt/notesMasters/notesMaster1.xml" Id="Rf826456693944d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ef1ee1ea484840" /><Relationship Type="http://schemas.openxmlformats.org/officeDocument/2006/relationships/notesMaster" Target="/ppt/notesMasters/notesMaster1.xml" Id="R6b54fadd8ead48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3f0e0464fe4aa8" /><Relationship Type="http://schemas.openxmlformats.org/officeDocument/2006/relationships/notesMaster" Target="/ppt/notesMasters/notesMaster1.xml" Id="R97d9e26e918541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15f32b3bf6439c" /><Relationship Type="http://schemas.openxmlformats.org/officeDocument/2006/relationships/notesMaster" Target="/ppt/notesMasters/notesMaster1.xml" Id="Reeb2278ec8474f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8a8149397d48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73150eeea48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831df4fc041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4eefdd63148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eaef3de254d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27fa891894d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19453F-7DD7-4943-9BC2-637D489E9D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39E300-2DE3-4E13-A07E-BDF2994277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56F9C7-7DCA-4B6A-80A2-CED262E059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813864-EE30-4735-A145-F52854EFED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A4A138-9504-4A05-837E-9C63A74CE5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65BE4A-7965-41FA-80FF-937D112DA5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C94B35-563A-4C4C-882A-66D5B2144B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66C635-3B63-4857-BC9E-A36F9FAFD8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C1B587-8AB4-4C81-A4B9-30869762B5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5C6605-EB08-4149-9DFA-C83EF837C6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bfd2be39dc4047" /><Relationship Type="http://schemas.openxmlformats.org/officeDocument/2006/relationships/slideLayout" Target="/ppt/slideLayouts/slideLayout1.xml" Id="R239f1caf74b349bb" /><Relationship Type="http://schemas.openxmlformats.org/officeDocument/2006/relationships/slideLayout" Target="/ppt/slideLayouts/slideLayout2.xml" Id="R63607084224049aa" /><Relationship Type="http://schemas.openxmlformats.org/officeDocument/2006/relationships/slideLayout" Target="/ppt/slideLayouts/slideLayout3.xml" Id="Re6078ef074bf4df9" /><Relationship Type="http://schemas.openxmlformats.org/officeDocument/2006/relationships/slideLayout" Target="/ppt/slideLayouts/slideLayout4.xml" Id="Rccac84dc20d9481b" /><Relationship Type="http://schemas.openxmlformats.org/officeDocument/2006/relationships/slideLayout" Target="/ppt/slideLayouts/slideLayout5.xml" Id="R17fecdd0b5a341df" /><Relationship Type="http://schemas.openxmlformats.org/officeDocument/2006/relationships/slideLayout" Target="/ppt/slideLayouts/slideLayout6.xml" Id="R78320f1137054f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9f1caf74b349bb"/>
    <p:sldLayoutId xmlns:r="http://schemas.openxmlformats.org/officeDocument/2006/relationships" id="2147483650" r:id="R63607084224049aa"/>
    <p:sldLayoutId xmlns:r="http://schemas.openxmlformats.org/officeDocument/2006/relationships" id="2147483651" r:id="Re6078ef074bf4df9"/>
    <p:sldLayoutId xmlns:r="http://schemas.openxmlformats.org/officeDocument/2006/relationships" id="2147483652" r:id="Rccac84dc20d9481b"/>
    <p:sldLayoutId xmlns:r="http://schemas.openxmlformats.org/officeDocument/2006/relationships" id="2147483653" r:id="R17fecdd0b5a341df"/>
    <p:sldLayoutId xmlns:r="http://schemas.openxmlformats.org/officeDocument/2006/relationships" id="2147483654" r:id="R78320f1137054f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d7c2d978cc4be7" /><Relationship Type="http://schemas.openxmlformats.org/officeDocument/2006/relationships/notesSlide" Target="/ppt/notesSlides/notesSlide1.xml" Id="Rc94c2b2d346c46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c5c252e6414d4b" /><Relationship Type="http://schemas.openxmlformats.org/officeDocument/2006/relationships/notesSlide" Target="/ppt/notesSlides/notesSlide2.xml" Id="R5d2d52dd98ca4d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438908138480c" /><Relationship Type="http://schemas.openxmlformats.org/officeDocument/2006/relationships/notesSlide" Target="/ppt/notesSlides/notesSlide3.xml" Id="R4aeab8f824a140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1aa955a3374353" /><Relationship Type="http://schemas.openxmlformats.org/officeDocument/2006/relationships/notesSlide" Target="/ppt/notesSlides/notesSlide4.xml" Id="Rfd9eab9640664b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b205d359714957" /><Relationship Type="http://schemas.openxmlformats.org/officeDocument/2006/relationships/notesSlide" Target="/ppt/notesSlides/notesSlide5.xml" Id="R316ce965cafb49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7F35F-0B39-44FC-B4E4-77D7BEAD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D0758-B7F3-4CA5-A77E-15FB00F8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C5ED72"/>
                </a:solidFill>
              </a:defRPr>
            </a:defPPr>
            <a:lvl1pPr>
              <a:defRPr sz="1125" b="1">
                <a:solidFill>
                  <a:srgbClr val="C5ED72"/>
                </a:solidFill>
              </a:defRPr>
            </a:lvl1pPr>
            <a:lvl2pPr>
              <a:defRPr sz="1125" b="1">
                <a:solidFill>
                  <a:srgbClr val="C5ED72"/>
                </a:solidFill>
              </a:defRPr>
            </a:lvl2pPr>
            <a:lvl3pPr>
              <a:defRPr sz="1125" b="1">
                <a:solidFill>
                  <a:srgbClr val="C5ED72"/>
                </a:solidFill>
              </a:defRPr>
            </a:lvl3pPr>
            <a:lvl4pPr>
              <a:defRPr sz="1125" b="1">
                <a:solidFill>
                  <a:srgbClr val="C5ED72"/>
                </a:solidFill>
              </a:defRPr>
            </a:lvl4pPr>
            <a:lvl5pPr>
              <a:defRPr sz="1125" b="1">
                <a:solidFill>
                  <a:srgbClr val="C5ED72"/>
                </a:solidFill>
              </a:defRPr>
            </a:lvl5pPr>
            <a:lvl6pPr>
              <a:defRPr sz="1125" b="1">
                <a:solidFill>
                  <a:srgbClr val="C5ED72"/>
                </a:solidFill>
              </a:defRPr>
            </a:lvl6pPr>
            <a:lvl7pPr>
              <a:defRPr sz="1125" b="1">
                <a:solidFill>
                  <a:srgbClr val="C5ED72"/>
                </a:solidFill>
              </a:defRPr>
            </a:lvl7pPr>
            <a:lvl8pPr>
              <a:defRPr sz="1125" b="1">
                <a:solidFill>
                  <a:srgbClr val="C5ED72"/>
                </a:solidFill>
              </a:defRPr>
            </a:lvl8pPr>
            <a:lvl9pPr>
              <a:defRPr sz="1125" b="1">
                <a:solidFill>
                  <a:srgbClr val="C5ED7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C5ED72"/>
                </a:solidFill>
              </a:defRPr>
            </a:pPr>
            <a:r>
              <a:rPr sz="1125" b="1">
                <a:solidFill>
                  <a:srgbClr val="C5ED72"/>
                </a:solidFill>
              </a:rPr>
              <a:t>GEOAI HACKATHON · IIT BOMBAY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05215-1477-47B0-B177-0A1247CB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</a:defRPr>
            </a:defPPr>
            <a:lvl1pPr>
              <a:defRPr sz="5100" b="1">
                <a:solidFill>
                  <a:srgbClr val="FFFFFF"/>
                </a:solidFill>
              </a:defRPr>
            </a:lvl1pPr>
            <a:lvl2pPr>
              <a:defRPr sz="5100" b="1">
                <a:solidFill>
                  <a:srgbClr val="FFFFFF"/>
                </a:solidFill>
              </a:defRPr>
            </a:lvl2pPr>
            <a:lvl3pPr>
              <a:defRPr sz="5100" b="1">
                <a:solidFill>
                  <a:srgbClr val="FFFFFF"/>
                </a:solidFill>
              </a:defRPr>
            </a:lvl3pPr>
            <a:lvl4pPr>
              <a:defRPr sz="5100" b="1">
                <a:solidFill>
                  <a:srgbClr val="FFFFFF"/>
                </a:solidFill>
              </a:defRPr>
            </a:lvl4pPr>
            <a:lvl5pPr>
              <a:defRPr sz="5100" b="1">
                <a:solidFill>
                  <a:srgbClr val="FFFFFF"/>
                </a:solidFill>
              </a:defRPr>
            </a:lvl5pPr>
            <a:lvl6pPr>
              <a:defRPr sz="5100" b="1">
                <a:solidFill>
                  <a:srgbClr val="FFFFFF"/>
                </a:solidFill>
              </a:defRPr>
            </a:lvl6pPr>
            <a:lvl7pPr>
              <a:defRPr sz="5100" b="1">
                <a:solidFill>
                  <a:srgbClr val="FFFFFF"/>
                </a:solidFill>
              </a:defRPr>
            </a:lvl7pPr>
            <a:lvl8pPr>
              <a:defRPr sz="5100" b="1">
                <a:solidFill>
                  <a:srgbClr val="FFFFFF"/>
                </a:solidFill>
              </a:defRPr>
            </a:lvl8pPr>
            <a:lvl9pPr>
              <a:defRPr sz="5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Fieldnote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GeoAI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1388C-8501-4250-8CB7-FC39E8D0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</a:defRPr>
            </a:defPPr>
            <a:lvl1pPr>
              <a:defRPr sz="2250" b="0">
                <a:solidFill>
                  <a:srgbClr val="FFFFFF"/>
                </a:solidFill>
              </a:defRPr>
            </a:lvl1pPr>
            <a:lvl2pPr>
              <a:defRPr sz="2250" b="0">
                <a:solidFill>
                  <a:srgbClr val="FFFFFF"/>
                </a:solidFill>
              </a:defRPr>
            </a:lvl2pPr>
            <a:lvl3pPr>
              <a:defRPr sz="2250" b="0">
                <a:solidFill>
                  <a:srgbClr val="FFFFFF"/>
                </a:solidFill>
              </a:defRPr>
            </a:lvl3pPr>
            <a:lvl4pPr>
              <a:defRPr sz="2250" b="0">
                <a:solidFill>
                  <a:srgbClr val="FFFFFF"/>
                </a:solidFill>
              </a:defRPr>
            </a:lvl4pPr>
            <a:lvl5pPr>
              <a:defRPr sz="2250" b="0">
                <a:solidFill>
                  <a:srgbClr val="FFFFFF"/>
                </a:solidFill>
              </a:defRPr>
            </a:lvl5pPr>
            <a:lvl6pPr>
              <a:defRPr sz="2250" b="0">
                <a:solidFill>
                  <a:srgbClr val="FFFFFF"/>
                </a:solidFill>
              </a:defRPr>
            </a:lvl6pPr>
            <a:lvl7pPr>
              <a:defRPr sz="2250" b="0">
                <a:solidFill>
                  <a:srgbClr val="FFFFFF"/>
                </a:solidFill>
              </a:defRPr>
            </a:lvl7pPr>
            <a:lvl8pPr>
              <a:defRPr sz="2250" b="0">
                <a:solidFill>
                  <a:srgbClr val="FFFFFF"/>
                </a:solidFill>
              </a:defRPr>
            </a:lvl8pPr>
            <a:lvl9pPr>
              <a:defRPr sz="22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Find a better place and hour for the outdoors.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B46DF-4207-4DB1-9F64-8E90736A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5ED72"/>
                </a:solidFill>
              </a:defRPr>
            </a:defPPr>
            <a:lvl1pPr>
              <a:defRPr sz="1500" b="0">
                <a:solidFill>
                  <a:srgbClr val="C5ED72"/>
                </a:solidFill>
              </a:defRPr>
            </a:lvl1pPr>
            <a:lvl2pPr>
              <a:defRPr sz="1500" b="0">
                <a:solidFill>
                  <a:srgbClr val="C5ED72"/>
                </a:solidFill>
              </a:defRPr>
            </a:lvl2pPr>
            <a:lvl3pPr>
              <a:defRPr sz="1500" b="0">
                <a:solidFill>
                  <a:srgbClr val="C5ED72"/>
                </a:solidFill>
              </a:defRPr>
            </a:lvl3pPr>
            <a:lvl4pPr>
              <a:defRPr sz="1500" b="0">
                <a:solidFill>
                  <a:srgbClr val="C5ED72"/>
                </a:solidFill>
              </a:defRPr>
            </a:lvl4pPr>
            <a:lvl5pPr>
              <a:defRPr sz="1500" b="0">
                <a:solidFill>
                  <a:srgbClr val="C5ED72"/>
                </a:solidFill>
              </a:defRPr>
            </a:lvl5pPr>
            <a:lvl6pPr>
              <a:defRPr sz="1500" b="0">
                <a:solidFill>
                  <a:srgbClr val="C5ED72"/>
                </a:solidFill>
              </a:defRPr>
            </a:lvl6pPr>
            <a:lvl7pPr>
              <a:defRPr sz="1500" b="0">
                <a:solidFill>
                  <a:srgbClr val="C5ED72"/>
                </a:solidFill>
              </a:defRPr>
            </a:lvl7pPr>
            <a:lvl8pPr>
              <a:defRPr sz="1500" b="0">
                <a:solidFill>
                  <a:srgbClr val="C5ED72"/>
                </a:solidFill>
              </a:defRPr>
            </a:lvl8pPr>
            <a:lvl9pPr>
              <a:defRPr sz="1500" b="0">
                <a:solidFill>
                  <a:srgbClr val="C5ED72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5ED72"/>
                </a:solidFill>
              </a:defRPr>
            </a:pPr>
            <a:r>
              <a:rPr sz="1500" b="0">
                <a:solidFill>
                  <a:srgbClr val="C5ED72"/>
                </a:solidFill>
              </a:rPr>
              <a:t>One question. Nearby venues. Hour-by-hour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705FE-95C4-40F4-A994-F0A3CEFC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5ED72"/>
                </a:solidFill>
              </a:defRPr>
            </a:defPPr>
            <a:lvl1pPr>
              <a:defRPr sz="1050" b="1">
                <a:solidFill>
                  <a:srgbClr val="C5ED72"/>
                </a:solidFill>
              </a:defRPr>
            </a:lvl1pPr>
            <a:lvl2pPr>
              <a:defRPr sz="1050" b="1">
                <a:solidFill>
                  <a:srgbClr val="C5ED72"/>
                </a:solidFill>
              </a:defRPr>
            </a:lvl2pPr>
            <a:lvl3pPr>
              <a:defRPr sz="1050" b="1">
                <a:solidFill>
                  <a:srgbClr val="C5ED72"/>
                </a:solidFill>
              </a:defRPr>
            </a:lvl3pPr>
            <a:lvl4pPr>
              <a:defRPr sz="1050" b="1">
                <a:solidFill>
                  <a:srgbClr val="C5ED72"/>
                </a:solidFill>
              </a:defRPr>
            </a:lvl4pPr>
            <a:lvl5pPr>
              <a:defRPr sz="1050" b="1">
                <a:solidFill>
                  <a:srgbClr val="C5ED72"/>
                </a:solidFill>
              </a:defRPr>
            </a:lvl5pPr>
            <a:lvl6pPr>
              <a:defRPr sz="1050" b="1">
                <a:solidFill>
                  <a:srgbClr val="C5ED72"/>
                </a:solidFill>
              </a:defRPr>
            </a:lvl6pPr>
            <a:lvl7pPr>
              <a:defRPr sz="1050" b="1">
                <a:solidFill>
                  <a:srgbClr val="C5ED72"/>
                </a:solidFill>
              </a:defRPr>
            </a:lvl7pPr>
            <a:lvl8pPr>
              <a:defRPr sz="1050" b="1">
                <a:solidFill>
                  <a:srgbClr val="C5ED72"/>
                </a:solidFill>
              </a:defRPr>
            </a:lvl8pPr>
            <a:lvl9pPr>
              <a:defRPr sz="1050" b="1">
                <a:solidFill>
                  <a:srgbClr val="C5ED7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5ED72"/>
                </a:solidFill>
              </a:defRPr>
            </a:pPr>
            <a:r>
              <a:rPr sz="1050" b="1">
                <a:solidFill>
                  <a:srgbClr val="C5ED72"/>
                </a:solidFill>
              </a:rPr>
              <a:t>LIVE WEATHER  ·  AIR QUALITY  ·  OPENSTREETMAP</a:t>
            </a:r>
          </a:p>
        </p:txBody>
      </p:sp>
    </p:spTree>
    <p:extLst>
      <p:ext uri="{BB962C8B-B14F-4D97-AF65-F5344CB8AC3E}">
        <p14:creationId xmlns:p14="http://schemas.microsoft.com/office/powerpoint/2010/main" val="304348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E8206-0D1E-4EC3-83C0-0D48B7C9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8684C"/>
                </a:solidFill>
              </a:defRPr>
            </a:defPPr>
            <a:lvl1pPr>
              <a:defRPr sz="1050" b="1">
                <a:solidFill>
                  <a:srgbClr val="28684C"/>
                </a:solidFill>
              </a:defRPr>
            </a:lvl1pPr>
            <a:lvl2pPr>
              <a:defRPr sz="1050" b="1">
                <a:solidFill>
                  <a:srgbClr val="28684C"/>
                </a:solidFill>
              </a:defRPr>
            </a:lvl2pPr>
            <a:lvl3pPr>
              <a:defRPr sz="1050" b="1">
                <a:solidFill>
                  <a:srgbClr val="28684C"/>
                </a:solidFill>
              </a:defRPr>
            </a:lvl3pPr>
            <a:lvl4pPr>
              <a:defRPr sz="1050" b="1">
                <a:solidFill>
                  <a:srgbClr val="28684C"/>
                </a:solidFill>
              </a:defRPr>
            </a:lvl4pPr>
            <a:lvl5pPr>
              <a:defRPr sz="1050" b="1">
                <a:solidFill>
                  <a:srgbClr val="28684C"/>
                </a:solidFill>
              </a:defRPr>
            </a:lvl5pPr>
            <a:lvl6pPr>
              <a:defRPr sz="1050" b="1">
                <a:solidFill>
                  <a:srgbClr val="28684C"/>
                </a:solidFill>
              </a:defRPr>
            </a:lvl6pPr>
            <a:lvl7pPr>
              <a:defRPr sz="1050" b="1">
                <a:solidFill>
                  <a:srgbClr val="28684C"/>
                </a:solidFill>
              </a:defRPr>
            </a:lvl7pPr>
            <a:lvl8pPr>
              <a:defRPr sz="1050" b="1">
                <a:solidFill>
                  <a:srgbClr val="28684C"/>
                </a:solidFill>
              </a:defRPr>
            </a:lvl8pPr>
            <a:lvl9pPr>
              <a:defRPr sz="105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8684C"/>
                </a:solidFill>
              </a:defRPr>
            </a:pPr>
            <a:r>
              <a:rPr sz="1050" b="1">
                <a:solidFill>
                  <a:srgbClr val="28684C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B7F18-713D-4E1A-93F9-0A849D63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A22"/>
                </a:solidFill>
              </a:defRPr>
            </a:defPPr>
            <a:lvl1pPr>
              <a:defRPr sz="3300" b="1">
                <a:solidFill>
                  <a:srgbClr val="142A22"/>
                </a:solidFill>
              </a:defRPr>
            </a:lvl1pPr>
            <a:lvl2pPr>
              <a:defRPr sz="3300" b="1">
                <a:solidFill>
                  <a:srgbClr val="142A22"/>
                </a:solidFill>
              </a:defRPr>
            </a:lvl2pPr>
            <a:lvl3pPr>
              <a:defRPr sz="3300" b="1">
                <a:solidFill>
                  <a:srgbClr val="142A22"/>
                </a:solidFill>
              </a:defRPr>
            </a:lvl3pPr>
            <a:lvl4pPr>
              <a:defRPr sz="3300" b="1">
                <a:solidFill>
                  <a:srgbClr val="142A22"/>
                </a:solidFill>
              </a:defRPr>
            </a:lvl4pPr>
            <a:lvl5pPr>
              <a:defRPr sz="3300" b="1">
                <a:solidFill>
                  <a:srgbClr val="142A22"/>
                </a:solidFill>
              </a:defRPr>
            </a:lvl5pPr>
            <a:lvl6pPr>
              <a:defRPr sz="3300" b="1">
                <a:solidFill>
                  <a:srgbClr val="142A22"/>
                </a:solidFill>
              </a:defRPr>
            </a:lvl6pPr>
            <a:lvl7pPr>
              <a:defRPr sz="3300" b="1">
                <a:solidFill>
                  <a:srgbClr val="142A22"/>
                </a:solidFill>
              </a:defRPr>
            </a:lvl7pPr>
            <a:lvl8pPr>
              <a:defRPr sz="3300" b="1">
                <a:solidFill>
                  <a:srgbClr val="142A22"/>
                </a:solidFill>
              </a:defRPr>
            </a:lvl8pPr>
            <a:lvl9pPr>
              <a:defRPr sz="3300" b="1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22"/>
                </a:solidFill>
              </a:defRPr>
            </a:pPr>
            <a:r>
              <a:rPr sz="3300" b="1">
                <a:solidFill>
                  <a:srgbClr val="142A22"/>
                </a:solidFill>
              </a:rPr>
              <a:t>A place-and-time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90B26-DCC7-4B69-A7A6-1DD4AC39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5766E"/>
                </a:solidFill>
              </a:defRPr>
            </a:defPPr>
            <a:lvl1pPr>
              <a:defRPr sz="975" b="0">
                <a:solidFill>
                  <a:srgbClr val="65766E"/>
                </a:solidFill>
              </a:defRPr>
            </a:lvl1pPr>
            <a:lvl2pPr>
              <a:defRPr sz="975" b="0">
                <a:solidFill>
                  <a:srgbClr val="65766E"/>
                </a:solidFill>
              </a:defRPr>
            </a:lvl2pPr>
            <a:lvl3pPr>
              <a:defRPr sz="975" b="0">
                <a:solidFill>
                  <a:srgbClr val="65766E"/>
                </a:solidFill>
              </a:defRPr>
            </a:lvl3pPr>
            <a:lvl4pPr>
              <a:defRPr sz="975" b="0">
                <a:solidFill>
                  <a:srgbClr val="65766E"/>
                </a:solidFill>
              </a:defRPr>
            </a:lvl4pPr>
            <a:lvl5pPr>
              <a:defRPr sz="975" b="0">
                <a:solidFill>
                  <a:srgbClr val="65766E"/>
                </a:solidFill>
              </a:defRPr>
            </a:lvl5pPr>
            <a:lvl6pPr>
              <a:defRPr sz="975" b="0">
                <a:solidFill>
                  <a:srgbClr val="65766E"/>
                </a:solidFill>
              </a:defRPr>
            </a:lvl6pPr>
            <a:lvl7pPr>
              <a:defRPr sz="975" b="0">
                <a:solidFill>
                  <a:srgbClr val="65766E"/>
                </a:solidFill>
              </a:defRPr>
            </a:lvl7pPr>
            <a:lvl8pPr>
              <a:defRPr sz="975" b="0">
                <a:solidFill>
                  <a:srgbClr val="65766E"/>
                </a:solidFill>
              </a:defRPr>
            </a:lvl8pPr>
            <a:lvl9pPr>
              <a:defRPr sz="975" b="0">
                <a:solidFill>
                  <a:srgbClr val="65766E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766E"/>
                </a:solidFill>
              </a:defRPr>
            </a:pPr>
            <a:r>
              <a:rPr sz="975" b="0">
                <a:solidFill>
                  <a:srgbClr val="65766E"/>
                </a:solidFill>
              </a:rPr>
              <a:t>The best answer depends on both the hour and the 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CC34C-7BEC-419F-BFD3-3564F777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8684C"/>
                </a:solidFill>
              </a:defRPr>
            </a:defPPr>
            <a:lvl1pPr>
              <a:defRPr sz="975" b="1">
                <a:solidFill>
                  <a:srgbClr val="28684C"/>
                </a:solidFill>
              </a:defRPr>
            </a:lvl1pPr>
            <a:lvl2pPr>
              <a:defRPr sz="975" b="1">
                <a:solidFill>
                  <a:srgbClr val="28684C"/>
                </a:solidFill>
              </a:defRPr>
            </a:lvl2pPr>
            <a:lvl3pPr>
              <a:defRPr sz="975" b="1">
                <a:solidFill>
                  <a:srgbClr val="28684C"/>
                </a:solidFill>
              </a:defRPr>
            </a:lvl3pPr>
            <a:lvl4pPr>
              <a:defRPr sz="975" b="1">
                <a:solidFill>
                  <a:srgbClr val="28684C"/>
                </a:solidFill>
              </a:defRPr>
            </a:lvl4pPr>
            <a:lvl5pPr>
              <a:defRPr sz="975" b="1">
                <a:solidFill>
                  <a:srgbClr val="28684C"/>
                </a:solidFill>
              </a:defRPr>
            </a:lvl5pPr>
            <a:lvl6pPr>
              <a:defRPr sz="975" b="1">
                <a:solidFill>
                  <a:srgbClr val="28684C"/>
                </a:solidFill>
              </a:defRPr>
            </a:lvl6pPr>
            <a:lvl7pPr>
              <a:defRPr sz="975" b="1">
                <a:solidFill>
                  <a:srgbClr val="28684C"/>
                </a:solidFill>
              </a:defRPr>
            </a:lvl7pPr>
            <a:lvl8pPr>
              <a:defRPr sz="975" b="1">
                <a:solidFill>
                  <a:srgbClr val="28684C"/>
                </a:solidFill>
              </a:defRPr>
            </a:lvl8pPr>
            <a:lvl9pPr>
              <a:defRPr sz="975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8684C"/>
                </a:solidFill>
              </a:defRPr>
            </a:pPr>
            <a:r>
              <a:rPr sz="975" b="1">
                <a:solidFill>
                  <a:srgbClr val="28684C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CD49F-D18F-41FA-9963-616C0522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A22"/>
                </a:solidFill>
              </a:defRPr>
            </a:defPPr>
            <a:lvl1pPr>
              <a:defRPr sz="1875" b="0">
                <a:solidFill>
                  <a:srgbClr val="142A22"/>
                </a:solidFill>
              </a:defRPr>
            </a:lvl1pPr>
            <a:lvl2pPr>
              <a:defRPr sz="1875" b="0">
                <a:solidFill>
                  <a:srgbClr val="142A22"/>
                </a:solidFill>
              </a:defRPr>
            </a:lvl2pPr>
            <a:lvl3pPr>
              <a:defRPr sz="1875" b="0">
                <a:solidFill>
                  <a:srgbClr val="142A22"/>
                </a:solidFill>
              </a:defRPr>
            </a:lvl3pPr>
            <a:lvl4pPr>
              <a:defRPr sz="1875" b="0">
                <a:solidFill>
                  <a:srgbClr val="142A22"/>
                </a:solidFill>
              </a:defRPr>
            </a:lvl4pPr>
            <a:lvl5pPr>
              <a:defRPr sz="1875" b="0">
                <a:solidFill>
                  <a:srgbClr val="142A22"/>
                </a:solidFill>
              </a:defRPr>
            </a:lvl5pPr>
            <a:lvl6pPr>
              <a:defRPr sz="1875" b="0">
                <a:solidFill>
                  <a:srgbClr val="142A22"/>
                </a:solidFill>
              </a:defRPr>
            </a:lvl6pPr>
            <a:lvl7pPr>
              <a:defRPr sz="1875" b="0">
                <a:solidFill>
                  <a:srgbClr val="142A22"/>
                </a:solidFill>
              </a:defRPr>
            </a:lvl7pPr>
            <a:lvl8pPr>
              <a:defRPr sz="1875" b="0">
                <a:solidFill>
                  <a:srgbClr val="142A22"/>
                </a:solidFill>
              </a:defRPr>
            </a:lvl8pPr>
            <a:lvl9pPr>
              <a:defRPr sz="1875" b="0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A22"/>
                </a:solidFill>
              </a:defRPr>
            </a:pPr>
            <a:r>
              <a:rPr sz="1875" b="0">
                <a:solidFill>
                  <a:srgbClr val="142A22"/>
                </a:solidFill>
              </a:rPr>
              <a:t>Forecasts tell us what conditions may be. People still need a plan for a particular activity and person.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C735D-71BD-4BCC-B707-3411D786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D9C51-E68B-47CA-A0C9-D9851B36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56007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8E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FDC26-7E6E-443C-94BB-2FA08053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8684C"/>
                </a:solidFill>
              </a:defRPr>
            </a:defPPr>
            <a:lvl1pPr>
              <a:defRPr sz="1050" b="1">
                <a:solidFill>
                  <a:srgbClr val="28684C"/>
                </a:solidFill>
              </a:defRPr>
            </a:lvl1pPr>
            <a:lvl2pPr>
              <a:defRPr sz="1050" b="1">
                <a:solidFill>
                  <a:srgbClr val="28684C"/>
                </a:solidFill>
              </a:defRPr>
            </a:lvl2pPr>
            <a:lvl3pPr>
              <a:defRPr sz="1050" b="1">
                <a:solidFill>
                  <a:srgbClr val="28684C"/>
                </a:solidFill>
              </a:defRPr>
            </a:lvl3pPr>
            <a:lvl4pPr>
              <a:defRPr sz="1050" b="1">
                <a:solidFill>
                  <a:srgbClr val="28684C"/>
                </a:solidFill>
              </a:defRPr>
            </a:lvl4pPr>
            <a:lvl5pPr>
              <a:defRPr sz="1050" b="1">
                <a:solidFill>
                  <a:srgbClr val="28684C"/>
                </a:solidFill>
              </a:defRPr>
            </a:lvl5pPr>
            <a:lvl6pPr>
              <a:defRPr sz="1050" b="1">
                <a:solidFill>
                  <a:srgbClr val="28684C"/>
                </a:solidFill>
              </a:defRPr>
            </a:lvl6pPr>
            <a:lvl7pPr>
              <a:defRPr sz="1050" b="1">
                <a:solidFill>
                  <a:srgbClr val="28684C"/>
                </a:solidFill>
              </a:defRPr>
            </a:lvl7pPr>
            <a:lvl8pPr>
              <a:defRPr sz="1050" b="1">
                <a:solidFill>
                  <a:srgbClr val="28684C"/>
                </a:solidFill>
              </a:defRPr>
            </a:lvl8pPr>
            <a:lvl9pPr>
              <a:defRPr sz="105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8684C"/>
                </a:solidFill>
              </a:defRPr>
            </a:pPr>
            <a:r>
              <a:rPr sz="1050" b="1">
                <a:solidFill>
                  <a:srgbClr val="28684C"/>
                </a:solidFill>
              </a:rPr>
              <a:t>THE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8AFBE-D85D-4B26-BA9E-60EC3062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A22"/>
                </a:solidFill>
              </a:defRPr>
            </a:defPPr>
            <a:lvl1pPr>
              <a:defRPr sz="2100" b="0">
                <a:solidFill>
                  <a:srgbClr val="142A22"/>
                </a:solidFill>
              </a:defRPr>
            </a:lvl1pPr>
            <a:lvl2pPr>
              <a:defRPr sz="2100" b="0">
                <a:solidFill>
                  <a:srgbClr val="142A22"/>
                </a:solidFill>
              </a:defRPr>
            </a:lvl2pPr>
            <a:lvl3pPr>
              <a:defRPr sz="2100" b="0">
                <a:solidFill>
                  <a:srgbClr val="142A22"/>
                </a:solidFill>
              </a:defRPr>
            </a:lvl3pPr>
            <a:lvl4pPr>
              <a:defRPr sz="2100" b="0">
                <a:solidFill>
                  <a:srgbClr val="142A22"/>
                </a:solidFill>
              </a:defRPr>
            </a:lvl4pPr>
            <a:lvl5pPr>
              <a:defRPr sz="2100" b="0">
                <a:solidFill>
                  <a:srgbClr val="142A22"/>
                </a:solidFill>
              </a:defRPr>
            </a:lvl5pPr>
            <a:lvl6pPr>
              <a:defRPr sz="2100" b="0">
                <a:solidFill>
                  <a:srgbClr val="142A22"/>
                </a:solidFill>
              </a:defRPr>
            </a:lvl6pPr>
            <a:lvl7pPr>
              <a:defRPr sz="2100" b="0">
                <a:solidFill>
                  <a:srgbClr val="142A22"/>
                </a:solidFill>
              </a:defRPr>
            </a:lvl7pPr>
            <a:lvl8pPr>
              <a:defRPr sz="2100" b="0">
                <a:solidFill>
                  <a:srgbClr val="142A22"/>
                </a:solidFill>
              </a:defRPr>
            </a:lvl8pPr>
            <a:lvl9pPr>
              <a:defRPr sz="2100" b="0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A22"/>
                </a:solidFill>
              </a:defRPr>
            </a:pPr>
            <a:r>
              <a:rPr sz="2100" b="0">
                <a:solidFill>
                  <a:srgbClr val="142A22"/>
                </a:solidFill>
              </a:rPr>
              <a:t>Where nearby?</a:t>
            </a:r>
          </a:p>
          <a:p xmlns:a="http://schemas.openxmlformats.org/drawingml/2006/main">
            <a:pPr>
              <a:defRPr sz="2100" b="0">
                <a:solidFill>
                  <a:srgbClr val="142A22"/>
                </a:solidFill>
              </a:defRPr>
            </a:pPr>
            <a:r>
              <a:rPr sz="2100" b="0">
                <a:solidFill>
                  <a:srgbClr val="142A22"/>
                </a:solidFill>
              </a:rPr>
              <a:t>At what hour?</a:t>
            </a:r>
          </a:p>
          <a:p xmlns:a="http://schemas.openxmlformats.org/drawingml/2006/main">
            <a:pPr>
              <a:defRPr sz="2100" b="0">
                <a:solidFill>
                  <a:srgbClr val="142A22"/>
                </a:solidFill>
              </a:defRPr>
            </a:pPr>
            <a:r>
              <a:rPr sz="2100" b="0">
                <a:solidFill>
                  <a:srgbClr val="142A22"/>
                </a:solidFill>
              </a:rPr>
              <a:t>What should I carry?</a:t>
            </a:r>
          </a:p>
          <a:p xmlns:a="http://schemas.openxmlformats.org/drawingml/2006/main">
            <a:pPr>
              <a:defRPr sz="2100" b="0">
                <a:solidFill>
                  <a:srgbClr val="142A22"/>
                </a:solidFill>
              </a:defRPr>
            </a:pPr>
            <a:r>
              <a:rPr sz="2100" b="0">
                <a:solidFill>
                  <a:srgbClr val="142A22"/>
                </a:solidFill>
              </a:rPr>
              <a:t>When should I skip 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71702-7E86-4986-9F21-34F44575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6705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8684C"/>
                </a:solidFill>
              </a:defRPr>
            </a:defPPr>
            <a:lvl1pPr>
              <a:defRPr sz="1050" b="1">
                <a:solidFill>
                  <a:srgbClr val="28684C"/>
                </a:solidFill>
              </a:defRPr>
            </a:lvl1pPr>
            <a:lvl2pPr>
              <a:defRPr sz="1050" b="1">
                <a:solidFill>
                  <a:srgbClr val="28684C"/>
                </a:solidFill>
              </a:defRPr>
            </a:lvl2pPr>
            <a:lvl3pPr>
              <a:defRPr sz="1050" b="1">
                <a:solidFill>
                  <a:srgbClr val="28684C"/>
                </a:solidFill>
              </a:defRPr>
            </a:lvl3pPr>
            <a:lvl4pPr>
              <a:defRPr sz="1050" b="1">
                <a:solidFill>
                  <a:srgbClr val="28684C"/>
                </a:solidFill>
              </a:defRPr>
            </a:lvl4pPr>
            <a:lvl5pPr>
              <a:defRPr sz="1050" b="1">
                <a:solidFill>
                  <a:srgbClr val="28684C"/>
                </a:solidFill>
              </a:defRPr>
            </a:lvl5pPr>
            <a:lvl6pPr>
              <a:defRPr sz="1050" b="1">
                <a:solidFill>
                  <a:srgbClr val="28684C"/>
                </a:solidFill>
              </a:defRPr>
            </a:lvl6pPr>
            <a:lvl7pPr>
              <a:defRPr sz="1050" b="1">
                <a:solidFill>
                  <a:srgbClr val="28684C"/>
                </a:solidFill>
              </a:defRPr>
            </a:lvl7pPr>
            <a:lvl8pPr>
              <a:defRPr sz="1050" b="1">
                <a:solidFill>
                  <a:srgbClr val="28684C"/>
                </a:solidFill>
              </a:defRPr>
            </a:lvl8pPr>
            <a:lvl9pPr>
              <a:defRPr sz="105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8684C"/>
                </a:solidFill>
              </a:defRPr>
            </a:pPr>
            <a:r>
              <a:rPr sz="1050" b="1">
                <a:solidFill>
                  <a:srgbClr val="28684C"/>
                </a:solidFill>
              </a:rPr>
              <a:t>THE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6EE02-EBB1-423A-BA4C-029D3A30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86150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A22"/>
                </a:solidFill>
              </a:defRPr>
            </a:defPPr>
            <a:lvl1pPr>
              <a:defRPr sz="1950" b="0">
                <a:solidFill>
                  <a:srgbClr val="142A22"/>
                </a:solidFill>
              </a:defRPr>
            </a:lvl1pPr>
            <a:lvl2pPr>
              <a:defRPr sz="1950" b="0">
                <a:solidFill>
                  <a:srgbClr val="142A22"/>
                </a:solidFill>
              </a:defRPr>
            </a:lvl2pPr>
            <a:lvl3pPr>
              <a:defRPr sz="1950" b="0">
                <a:solidFill>
                  <a:srgbClr val="142A22"/>
                </a:solidFill>
              </a:defRPr>
            </a:lvl3pPr>
            <a:lvl4pPr>
              <a:defRPr sz="1950" b="0">
                <a:solidFill>
                  <a:srgbClr val="142A22"/>
                </a:solidFill>
              </a:defRPr>
            </a:lvl4pPr>
            <a:lvl5pPr>
              <a:defRPr sz="1950" b="0">
                <a:solidFill>
                  <a:srgbClr val="142A22"/>
                </a:solidFill>
              </a:defRPr>
            </a:lvl5pPr>
            <a:lvl6pPr>
              <a:defRPr sz="1950" b="0">
                <a:solidFill>
                  <a:srgbClr val="142A22"/>
                </a:solidFill>
              </a:defRPr>
            </a:lvl6pPr>
            <a:lvl7pPr>
              <a:defRPr sz="1950" b="0">
                <a:solidFill>
                  <a:srgbClr val="142A22"/>
                </a:solidFill>
              </a:defRPr>
            </a:lvl7pPr>
            <a:lvl8pPr>
              <a:defRPr sz="1950" b="0">
                <a:solidFill>
                  <a:srgbClr val="142A22"/>
                </a:solidFill>
              </a:defRPr>
            </a:lvl8pPr>
            <a:lvl9pPr>
              <a:defRPr sz="1950" b="0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A22"/>
                </a:solidFill>
              </a:defRPr>
            </a:pPr>
            <a:r>
              <a:rPr sz="1950" b="0">
                <a:solidFill>
                  <a:srgbClr val="142A22"/>
                </a:solidFill>
              </a:rPr>
              <a:t>Compare several venues across forecast hours, then explain the recommendation with the live data used.</a:t>
            </a:r>
          </a:p>
        </p:txBody>
      </p:sp>
    </p:spTree>
    <p:extLst>
      <p:ext uri="{BB962C8B-B14F-4D97-AF65-F5344CB8AC3E}">
        <p14:creationId xmlns:p14="http://schemas.microsoft.com/office/powerpoint/2010/main" val="12035870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9186C4-D8B3-4F9B-858B-1FFEF203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8684C"/>
                </a:solidFill>
              </a:defRPr>
            </a:defPPr>
            <a:lvl1pPr>
              <a:defRPr sz="1050" b="1">
                <a:solidFill>
                  <a:srgbClr val="28684C"/>
                </a:solidFill>
              </a:defRPr>
            </a:lvl1pPr>
            <a:lvl2pPr>
              <a:defRPr sz="1050" b="1">
                <a:solidFill>
                  <a:srgbClr val="28684C"/>
                </a:solidFill>
              </a:defRPr>
            </a:lvl2pPr>
            <a:lvl3pPr>
              <a:defRPr sz="1050" b="1">
                <a:solidFill>
                  <a:srgbClr val="28684C"/>
                </a:solidFill>
              </a:defRPr>
            </a:lvl3pPr>
            <a:lvl4pPr>
              <a:defRPr sz="1050" b="1">
                <a:solidFill>
                  <a:srgbClr val="28684C"/>
                </a:solidFill>
              </a:defRPr>
            </a:lvl4pPr>
            <a:lvl5pPr>
              <a:defRPr sz="1050" b="1">
                <a:solidFill>
                  <a:srgbClr val="28684C"/>
                </a:solidFill>
              </a:defRPr>
            </a:lvl5pPr>
            <a:lvl6pPr>
              <a:defRPr sz="1050" b="1">
                <a:solidFill>
                  <a:srgbClr val="28684C"/>
                </a:solidFill>
              </a:defRPr>
            </a:lvl6pPr>
            <a:lvl7pPr>
              <a:defRPr sz="1050" b="1">
                <a:solidFill>
                  <a:srgbClr val="28684C"/>
                </a:solidFill>
              </a:defRPr>
            </a:lvl7pPr>
            <a:lvl8pPr>
              <a:defRPr sz="1050" b="1">
                <a:solidFill>
                  <a:srgbClr val="28684C"/>
                </a:solidFill>
              </a:defRPr>
            </a:lvl8pPr>
            <a:lvl9pPr>
              <a:defRPr sz="105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8684C"/>
                </a:solidFill>
              </a:defRPr>
            </a:pPr>
            <a:r>
              <a:rPr sz="1050" b="1">
                <a:solidFill>
                  <a:srgbClr val="28684C"/>
                </a:solidFill>
              </a:rPr>
              <a:t>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47832-4AEC-4E55-BAE8-3CDFC802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A22"/>
                </a:solidFill>
              </a:defRPr>
            </a:defPPr>
            <a:lvl1pPr>
              <a:defRPr sz="3300" b="1">
                <a:solidFill>
                  <a:srgbClr val="142A22"/>
                </a:solidFill>
              </a:defRPr>
            </a:lvl1pPr>
            <a:lvl2pPr>
              <a:defRPr sz="3300" b="1">
                <a:solidFill>
                  <a:srgbClr val="142A22"/>
                </a:solidFill>
              </a:defRPr>
            </a:lvl2pPr>
            <a:lvl3pPr>
              <a:defRPr sz="3300" b="1">
                <a:solidFill>
                  <a:srgbClr val="142A22"/>
                </a:solidFill>
              </a:defRPr>
            </a:lvl3pPr>
            <a:lvl4pPr>
              <a:defRPr sz="3300" b="1">
                <a:solidFill>
                  <a:srgbClr val="142A22"/>
                </a:solidFill>
              </a:defRPr>
            </a:lvl4pPr>
            <a:lvl5pPr>
              <a:defRPr sz="3300" b="1">
                <a:solidFill>
                  <a:srgbClr val="142A22"/>
                </a:solidFill>
              </a:defRPr>
            </a:lvl5pPr>
            <a:lvl6pPr>
              <a:defRPr sz="3300" b="1">
                <a:solidFill>
                  <a:srgbClr val="142A22"/>
                </a:solidFill>
              </a:defRPr>
            </a:lvl6pPr>
            <a:lvl7pPr>
              <a:defRPr sz="3300" b="1">
                <a:solidFill>
                  <a:srgbClr val="142A22"/>
                </a:solidFill>
              </a:defRPr>
            </a:lvl7pPr>
            <a:lvl8pPr>
              <a:defRPr sz="3300" b="1">
                <a:solidFill>
                  <a:srgbClr val="142A22"/>
                </a:solidFill>
              </a:defRPr>
            </a:lvl8pPr>
            <a:lvl9pPr>
              <a:defRPr sz="3300" b="1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22"/>
                </a:solidFill>
              </a:defRPr>
            </a:pPr>
            <a:r>
              <a:rPr sz="3300" b="1">
                <a:solidFill>
                  <a:srgbClr val="142A22"/>
                </a:solidFill>
              </a:rPr>
              <a:t>From question to grounded advice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8B78B-E656-4B9F-99B8-28306D60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5766E"/>
                </a:solidFill>
              </a:defRPr>
            </a:defPPr>
            <a:lvl1pPr>
              <a:defRPr sz="975" b="0">
                <a:solidFill>
                  <a:srgbClr val="65766E"/>
                </a:solidFill>
              </a:defRPr>
            </a:lvl1pPr>
            <a:lvl2pPr>
              <a:defRPr sz="975" b="0">
                <a:solidFill>
                  <a:srgbClr val="65766E"/>
                </a:solidFill>
              </a:defRPr>
            </a:lvl2pPr>
            <a:lvl3pPr>
              <a:defRPr sz="975" b="0">
                <a:solidFill>
                  <a:srgbClr val="65766E"/>
                </a:solidFill>
              </a:defRPr>
            </a:lvl3pPr>
            <a:lvl4pPr>
              <a:defRPr sz="975" b="0">
                <a:solidFill>
                  <a:srgbClr val="65766E"/>
                </a:solidFill>
              </a:defRPr>
            </a:lvl4pPr>
            <a:lvl5pPr>
              <a:defRPr sz="975" b="0">
                <a:solidFill>
                  <a:srgbClr val="65766E"/>
                </a:solidFill>
              </a:defRPr>
            </a:lvl5pPr>
            <a:lvl6pPr>
              <a:defRPr sz="975" b="0">
                <a:solidFill>
                  <a:srgbClr val="65766E"/>
                </a:solidFill>
              </a:defRPr>
            </a:lvl6pPr>
            <a:lvl7pPr>
              <a:defRPr sz="975" b="0">
                <a:solidFill>
                  <a:srgbClr val="65766E"/>
                </a:solidFill>
              </a:defRPr>
            </a:lvl7pPr>
            <a:lvl8pPr>
              <a:defRPr sz="975" b="0">
                <a:solidFill>
                  <a:srgbClr val="65766E"/>
                </a:solidFill>
              </a:defRPr>
            </a:lvl8pPr>
            <a:lvl9pPr>
              <a:defRPr sz="975" b="0">
                <a:solidFill>
                  <a:srgbClr val="65766E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766E"/>
                </a:solidFill>
              </a:defRPr>
            </a:pPr>
            <a:r>
              <a:rPr sz="975" b="0">
                <a:solidFill>
                  <a:srgbClr val="65766E"/>
                </a:solidFill>
              </a:rPr>
              <a:t>Deterministic scoring ranks place-hour options; the local model summarizes the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F4284-64B7-4BD2-8BF0-90ACB233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8684C"/>
                </a:solidFill>
              </a:defRPr>
            </a:defPPr>
            <a:lvl1pPr>
              <a:defRPr sz="975" b="1">
                <a:solidFill>
                  <a:srgbClr val="28684C"/>
                </a:solidFill>
              </a:defRPr>
            </a:lvl1pPr>
            <a:lvl2pPr>
              <a:defRPr sz="975" b="1">
                <a:solidFill>
                  <a:srgbClr val="28684C"/>
                </a:solidFill>
              </a:defRPr>
            </a:lvl2pPr>
            <a:lvl3pPr>
              <a:defRPr sz="975" b="1">
                <a:solidFill>
                  <a:srgbClr val="28684C"/>
                </a:solidFill>
              </a:defRPr>
            </a:lvl3pPr>
            <a:lvl4pPr>
              <a:defRPr sz="975" b="1">
                <a:solidFill>
                  <a:srgbClr val="28684C"/>
                </a:solidFill>
              </a:defRPr>
            </a:lvl4pPr>
            <a:lvl5pPr>
              <a:defRPr sz="975" b="1">
                <a:solidFill>
                  <a:srgbClr val="28684C"/>
                </a:solidFill>
              </a:defRPr>
            </a:lvl5pPr>
            <a:lvl6pPr>
              <a:defRPr sz="975" b="1">
                <a:solidFill>
                  <a:srgbClr val="28684C"/>
                </a:solidFill>
              </a:defRPr>
            </a:lvl6pPr>
            <a:lvl7pPr>
              <a:defRPr sz="975" b="1">
                <a:solidFill>
                  <a:srgbClr val="28684C"/>
                </a:solidFill>
              </a:defRPr>
            </a:lvl7pPr>
            <a:lvl8pPr>
              <a:defRPr sz="975" b="1">
                <a:solidFill>
                  <a:srgbClr val="28684C"/>
                </a:solidFill>
              </a:defRPr>
            </a:lvl8pPr>
            <a:lvl9pPr>
              <a:defRPr sz="975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8684C"/>
                </a:solidFill>
              </a:defRPr>
            </a:pPr>
            <a:r>
              <a:rPr sz="975" b="1">
                <a:solidFill>
                  <a:srgbClr val="28684C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AD068-7410-444F-97DA-61C71459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038350" cy="21336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DDD0C-8AD7-455C-B2CB-158DDBAA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8684C"/>
                </a:solidFill>
              </a:defRPr>
            </a:defPPr>
            <a:lvl1pPr>
              <a:defRPr sz="1050" b="1">
                <a:solidFill>
                  <a:srgbClr val="28684C"/>
                </a:solidFill>
              </a:defRPr>
            </a:lvl1pPr>
            <a:lvl2pPr>
              <a:defRPr sz="1050" b="1">
                <a:solidFill>
                  <a:srgbClr val="28684C"/>
                </a:solidFill>
              </a:defRPr>
            </a:lvl2pPr>
            <a:lvl3pPr>
              <a:defRPr sz="1050" b="1">
                <a:solidFill>
                  <a:srgbClr val="28684C"/>
                </a:solidFill>
              </a:defRPr>
            </a:lvl3pPr>
            <a:lvl4pPr>
              <a:defRPr sz="1050" b="1">
                <a:solidFill>
                  <a:srgbClr val="28684C"/>
                </a:solidFill>
              </a:defRPr>
            </a:lvl4pPr>
            <a:lvl5pPr>
              <a:defRPr sz="1050" b="1">
                <a:solidFill>
                  <a:srgbClr val="28684C"/>
                </a:solidFill>
              </a:defRPr>
            </a:lvl5pPr>
            <a:lvl6pPr>
              <a:defRPr sz="1050" b="1">
                <a:solidFill>
                  <a:srgbClr val="28684C"/>
                </a:solidFill>
              </a:defRPr>
            </a:lvl6pPr>
            <a:lvl7pPr>
              <a:defRPr sz="1050" b="1">
                <a:solidFill>
                  <a:srgbClr val="28684C"/>
                </a:solidFill>
              </a:defRPr>
            </a:lvl7pPr>
            <a:lvl8pPr>
              <a:defRPr sz="1050" b="1">
                <a:solidFill>
                  <a:srgbClr val="28684C"/>
                </a:solidFill>
              </a:defRPr>
            </a:lvl8pPr>
            <a:lvl9pPr>
              <a:defRPr sz="105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8684C"/>
                </a:solidFill>
              </a:defRPr>
            </a:pPr>
            <a:r>
              <a:rPr sz="1050" b="1">
                <a:solidFill>
                  <a:srgbClr val="28684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AEF69-809C-4116-A0C5-D4299DA8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2A22"/>
                </a:solidFill>
              </a:defRPr>
            </a:defPPr>
            <a:lvl1pPr>
              <a:defRPr sz="1350" b="1">
                <a:solidFill>
                  <a:srgbClr val="142A22"/>
                </a:solidFill>
              </a:defRPr>
            </a:lvl1pPr>
            <a:lvl2pPr>
              <a:defRPr sz="1350" b="1">
                <a:solidFill>
                  <a:srgbClr val="142A22"/>
                </a:solidFill>
              </a:defRPr>
            </a:lvl2pPr>
            <a:lvl3pPr>
              <a:defRPr sz="1350" b="1">
                <a:solidFill>
                  <a:srgbClr val="142A22"/>
                </a:solidFill>
              </a:defRPr>
            </a:lvl3pPr>
            <a:lvl4pPr>
              <a:defRPr sz="1350" b="1">
                <a:solidFill>
                  <a:srgbClr val="142A22"/>
                </a:solidFill>
              </a:defRPr>
            </a:lvl4pPr>
            <a:lvl5pPr>
              <a:defRPr sz="1350" b="1">
                <a:solidFill>
                  <a:srgbClr val="142A22"/>
                </a:solidFill>
              </a:defRPr>
            </a:lvl5pPr>
            <a:lvl6pPr>
              <a:defRPr sz="1350" b="1">
                <a:solidFill>
                  <a:srgbClr val="142A22"/>
                </a:solidFill>
              </a:defRPr>
            </a:lvl6pPr>
            <a:lvl7pPr>
              <a:defRPr sz="1350" b="1">
                <a:solidFill>
                  <a:srgbClr val="142A22"/>
                </a:solidFill>
              </a:defRPr>
            </a:lvl7pPr>
            <a:lvl8pPr>
              <a:defRPr sz="1350" b="1">
                <a:solidFill>
                  <a:srgbClr val="142A22"/>
                </a:solidFill>
              </a:defRPr>
            </a:lvl8pPr>
            <a:lvl9pPr>
              <a:defRPr sz="1350" b="1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2A22"/>
                </a:solidFill>
              </a:defRPr>
            </a:pPr>
            <a:r>
              <a:rPr sz="1350" b="1">
                <a:solidFill>
                  <a:srgbClr val="142A22"/>
                </a:solidFill>
              </a:rPr>
              <a:t>PARSE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F1C4E-F6A3-43FA-A092-0070DA6D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695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66E"/>
                </a:solidFill>
              </a:defRPr>
            </a:defPPr>
            <a:lvl1pPr>
              <a:defRPr sz="1350" b="0">
                <a:solidFill>
                  <a:srgbClr val="65766E"/>
                </a:solidFill>
              </a:defRPr>
            </a:lvl1pPr>
            <a:lvl2pPr>
              <a:defRPr sz="1350" b="0">
                <a:solidFill>
                  <a:srgbClr val="65766E"/>
                </a:solidFill>
              </a:defRPr>
            </a:lvl2pPr>
            <a:lvl3pPr>
              <a:defRPr sz="1350" b="0">
                <a:solidFill>
                  <a:srgbClr val="65766E"/>
                </a:solidFill>
              </a:defRPr>
            </a:lvl3pPr>
            <a:lvl4pPr>
              <a:defRPr sz="1350" b="0">
                <a:solidFill>
                  <a:srgbClr val="65766E"/>
                </a:solidFill>
              </a:defRPr>
            </a:lvl4pPr>
            <a:lvl5pPr>
              <a:defRPr sz="1350" b="0">
                <a:solidFill>
                  <a:srgbClr val="65766E"/>
                </a:solidFill>
              </a:defRPr>
            </a:lvl5pPr>
            <a:lvl6pPr>
              <a:defRPr sz="1350" b="0">
                <a:solidFill>
                  <a:srgbClr val="65766E"/>
                </a:solidFill>
              </a:defRPr>
            </a:lvl6pPr>
            <a:lvl7pPr>
              <a:defRPr sz="1350" b="0">
                <a:solidFill>
                  <a:srgbClr val="65766E"/>
                </a:solidFill>
              </a:defRPr>
            </a:lvl7pPr>
            <a:lvl8pPr>
              <a:defRPr sz="1350" b="0">
                <a:solidFill>
                  <a:srgbClr val="65766E"/>
                </a:solidFill>
              </a:defRPr>
            </a:lvl8pPr>
            <a:lvl9pPr>
              <a:defRPr sz="1350" b="0">
                <a:solidFill>
                  <a:srgbClr val="65766E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66E"/>
                </a:solidFill>
              </a:defRPr>
            </a:pPr>
            <a:r>
              <a:rPr sz="1350" b="0">
                <a:solidFill>
                  <a:srgbClr val="65766E"/>
                </a:solidFill>
              </a:rPr>
              <a:t>Activity · area</a:t>
            </a:r>
          </a:p>
          <a:p xmlns:a="http://schemas.openxmlformats.org/drawingml/2006/main">
            <a:pPr>
              <a:defRPr sz="1350" b="0">
                <a:solidFill>
                  <a:srgbClr val="65766E"/>
                </a:solidFill>
              </a:defRPr>
            </a:pPr>
            <a:r>
              <a:rPr sz="1350" b="0">
                <a:solidFill>
                  <a:srgbClr val="65766E"/>
                </a:solidFill>
              </a:rPr>
              <a:t>time · 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8F1A3-E855-493E-9DC7-735BDCCB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57550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8684C"/>
                </a:solidFill>
              </a:defRPr>
            </a:defPPr>
            <a:lvl1pPr>
              <a:defRPr sz="2100" b="1">
                <a:solidFill>
                  <a:srgbClr val="28684C"/>
                </a:solidFill>
              </a:defRPr>
            </a:lvl1pPr>
            <a:lvl2pPr>
              <a:defRPr sz="2100" b="1">
                <a:solidFill>
                  <a:srgbClr val="28684C"/>
                </a:solidFill>
              </a:defRPr>
            </a:lvl2pPr>
            <a:lvl3pPr>
              <a:defRPr sz="2100" b="1">
                <a:solidFill>
                  <a:srgbClr val="28684C"/>
                </a:solidFill>
              </a:defRPr>
            </a:lvl3pPr>
            <a:lvl4pPr>
              <a:defRPr sz="2100" b="1">
                <a:solidFill>
                  <a:srgbClr val="28684C"/>
                </a:solidFill>
              </a:defRPr>
            </a:lvl4pPr>
            <a:lvl5pPr>
              <a:defRPr sz="2100" b="1">
                <a:solidFill>
                  <a:srgbClr val="28684C"/>
                </a:solidFill>
              </a:defRPr>
            </a:lvl5pPr>
            <a:lvl6pPr>
              <a:defRPr sz="2100" b="1">
                <a:solidFill>
                  <a:srgbClr val="28684C"/>
                </a:solidFill>
              </a:defRPr>
            </a:lvl6pPr>
            <a:lvl7pPr>
              <a:defRPr sz="2100" b="1">
                <a:solidFill>
                  <a:srgbClr val="28684C"/>
                </a:solidFill>
              </a:defRPr>
            </a:lvl7pPr>
            <a:lvl8pPr>
              <a:defRPr sz="2100" b="1">
                <a:solidFill>
                  <a:srgbClr val="28684C"/>
                </a:solidFill>
              </a:defRPr>
            </a:lvl8pPr>
            <a:lvl9pPr>
              <a:defRPr sz="210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8684C"/>
                </a:solidFill>
              </a:defRPr>
            </a:pPr>
            <a:r>
              <a:rPr sz="2100" b="1">
                <a:solidFill>
                  <a:srgbClr val="28684C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61EC7-BCCD-4552-9152-BAFB1DA3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81250"/>
            <a:ext cx="2038350" cy="21336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ADECA-C4E9-499A-B999-4CAC740F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52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8684C"/>
                </a:solidFill>
              </a:defRPr>
            </a:defPPr>
            <a:lvl1pPr>
              <a:defRPr sz="1050" b="1">
                <a:solidFill>
                  <a:srgbClr val="28684C"/>
                </a:solidFill>
              </a:defRPr>
            </a:lvl1pPr>
            <a:lvl2pPr>
              <a:defRPr sz="1050" b="1">
                <a:solidFill>
                  <a:srgbClr val="28684C"/>
                </a:solidFill>
              </a:defRPr>
            </a:lvl2pPr>
            <a:lvl3pPr>
              <a:defRPr sz="1050" b="1">
                <a:solidFill>
                  <a:srgbClr val="28684C"/>
                </a:solidFill>
              </a:defRPr>
            </a:lvl3pPr>
            <a:lvl4pPr>
              <a:defRPr sz="1050" b="1">
                <a:solidFill>
                  <a:srgbClr val="28684C"/>
                </a:solidFill>
              </a:defRPr>
            </a:lvl4pPr>
            <a:lvl5pPr>
              <a:defRPr sz="1050" b="1">
                <a:solidFill>
                  <a:srgbClr val="28684C"/>
                </a:solidFill>
              </a:defRPr>
            </a:lvl5pPr>
            <a:lvl6pPr>
              <a:defRPr sz="1050" b="1">
                <a:solidFill>
                  <a:srgbClr val="28684C"/>
                </a:solidFill>
              </a:defRPr>
            </a:lvl6pPr>
            <a:lvl7pPr>
              <a:defRPr sz="1050" b="1">
                <a:solidFill>
                  <a:srgbClr val="28684C"/>
                </a:solidFill>
              </a:defRPr>
            </a:lvl7pPr>
            <a:lvl8pPr>
              <a:defRPr sz="1050" b="1">
                <a:solidFill>
                  <a:srgbClr val="28684C"/>
                </a:solidFill>
              </a:defRPr>
            </a:lvl8pPr>
            <a:lvl9pPr>
              <a:defRPr sz="105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8684C"/>
                </a:solidFill>
              </a:defRPr>
            </a:pPr>
            <a:r>
              <a:rPr sz="1050" b="1">
                <a:solidFill>
                  <a:srgbClr val="28684C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0CF71-F210-462B-B2B8-5C5064BE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2A22"/>
                </a:solidFill>
              </a:defRPr>
            </a:defPPr>
            <a:lvl1pPr>
              <a:defRPr sz="1350" b="1">
                <a:solidFill>
                  <a:srgbClr val="142A22"/>
                </a:solidFill>
              </a:defRPr>
            </a:lvl1pPr>
            <a:lvl2pPr>
              <a:defRPr sz="1350" b="1">
                <a:solidFill>
                  <a:srgbClr val="142A22"/>
                </a:solidFill>
              </a:defRPr>
            </a:lvl2pPr>
            <a:lvl3pPr>
              <a:defRPr sz="1350" b="1">
                <a:solidFill>
                  <a:srgbClr val="142A22"/>
                </a:solidFill>
              </a:defRPr>
            </a:lvl3pPr>
            <a:lvl4pPr>
              <a:defRPr sz="1350" b="1">
                <a:solidFill>
                  <a:srgbClr val="142A22"/>
                </a:solidFill>
              </a:defRPr>
            </a:lvl4pPr>
            <a:lvl5pPr>
              <a:defRPr sz="1350" b="1">
                <a:solidFill>
                  <a:srgbClr val="142A22"/>
                </a:solidFill>
              </a:defRPr>
            </a:lvl5pPr>
            <a:lvl6pPr>
              <a:defRPr sz="1350" b="1">
                <a:solidFill>
                  <a:srgbClr val="142A22"/>
                </a:solidFill>
              </a:defRPr>
            </a:lvl6pPr>
            <a:lvl7pPr>
              <a:defRPr sz="1350" b="1">
                <a:solidFill>
                  <a:srgbClr val="142A22"/>
                </a:solidFill>
              </a:defRPr>
            </a:lvl7pPr>
            <a:lvl8pPr>
              <a:defRPr sz="1350" b="1">
                <a:solidFill>
                  <a:srgbClr val="142A22"/>
                </a:solidFill>
              </a:defRPr>
            </a:lvl8pPr>
            <a:lvl9pPr>
              <a:defRPr sz="1350" b="1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2A22"/>
                </a:solidFill>
              </a:defRPr>
            </a:pPr>
            <a:r>
              <a:rPr sz="1350" b="1">
                <a:solidFill>
                  <a:srgbClr val="142A22"/>
                </a:solidFill>
              </a:rPr>
              <a:t>LOCATE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EC846-9951-4EDE-9BFB-B90D2533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695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66E"/>
                </a:solidFill>
              </a:defRPr>
            </a:defPPr>
            <a:lvl1pPr>
              <a:defRPr sz="1350" b="0">
                <a:solidFill>
                  <a:srgbClr val="65766E"/>
                </a:solidFill>
              </a:defRPr>
            </a:lvl1pPr>
            <a:lvl2pPr>
              <a:defRPr sz="1350" b="0">
                <a:solidFill>
                  <a:srgbClr val="65766E"/>
                </a:solidFill>
              </a:defRPr>
            </a:lvl2pPr>
            <a:lvl3pPr>
              <a:defRPr sz="1350" b="0">
                <a:solidFill>
                  <a:srgbClr val="65766E"/>
                </a:solidFill>
              </a:defRPr>
            </a:lvl3pPr>
            <a:lvl4pPr>
              <a:defRPr sz="1350" b="0">
                <a:solidFill>
                  <a:srgbClr val="65766E"/>
                </a:solidFill>
              </a:defRPr>
            </a:lvl4pPr>
            <a:lvl5pPr>
              <a:defRPr sz="1350" b="0">
                <a:solidFill>
                  <a:srgbClr val="65766E"/>
                </a:solidFill>
              </a:defRPr>
            </a:lvl5pPr>
            <a:lvl6pPr>
              <a:defRPr sz="1350" b="0">
                <a:solidFill>
                  <a:srgbClr val="65766E"/>
                </a:solidFill>
              </a:defRPr>
            </a:lvl6pPr>
            <a:lvl7pPr>
              <a:defRPr sz="1350" b="0">
                <a:solidFill>
                  <a:srgbClr val="65766E"/>
                </a:solidFill>
              </a:defRPr>
            </a:lvl7pPr>
            <a:lvl8pPr>
              <a:defRPr sz="1350" b="0">
                <a:solidFill>
                  <a:srgbClr val="65766E"/>
                </a:solidFill>
              </a:defRPr>
            </a:lvl8pPr>
            <a:lvl9pPr>
              <a:defRPr sz="1350" b="0">
                <a:solidFill>
                  <a:srgbClr val="65766E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66E"/>
                </a:solidFill>
              </a:defRPr>
            </a:pPr>
            <a:r>
              <a:rPr sz="1350" b="0">
                <a:solidFill>
                  <a:srgbClr val="65766E"/>
                </a:solidFill>
              </a:rPr>
              <a:t>Geocode area</a:t>
            </a:r>
          </a:p>
          <a:p xmlns:a="http://schemas.openxmlformats.org/drawingml/2006/main">
            <a:pPr>
              <a:defRPr sz="1350" b="0">
                <a:solidFill>
                  <a:srgbClr val="65766E"/>
                </a:solidFill>
              </a:defRPr>
            </a:pPr>
            <a:r>
              <a:rPr sz="1350" b="0">
                <a:solidFill>
                  <a:srgbClr val="65766E"/>
                </a:solidFill>
              </a:rPr>
              <a:t>find OSM venues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8F9E5-7002-483A-81D0-159863FF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57550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8684C"/>
                </a:solidFill>
              </a:defRPr>
            </a:defPPr>
            <a:lvl1pPr>
              <a:defRPr sz="2100" b="1">
                <a:solidFill>
                  <a:srgbClr val="28684C"/>
                </a:solidFill>
              </a:defRPr>
            </a:lvl1pPr>
            <a:lvl2pPr>
              <a:defRPr sz="2100" b="1">
                <a:solidFill>
                  <a:srgbClr val="28684C"/>
                </a:solidFill>
              </a:defRPr>
            </a:lvl2pPr>
            <a:lvl3pPr>
              <a:defRPr sz="2100" b="1">
                <a:solidFill>
                  <a:srgbClr val="28684C"/>
                </a:solidFill>
              </a:defRPr>
            </a:lvl3pPr>
            <a:lvl4pPr>
              <a:defRPr sz="2100" b="1">
                <a:solidFill>
                  <a:srgbClr val="28684C"/>
                </a:solidFill>
              </a:defRPr>
            </a:lvl4pPr>
            <a:lvl5pPr>
              <a:defRPr sz="2100" b="1">
                <a:solidFill>
                  <a:srgbClr val="28684C"/>
                </a:solidFill>
              </a:defRPr>
            </a:lvl5pPr>
            <a:lvl6pPr>
              <a:defRPr sz="2100" b="1">
                <a:solidFill>
                  <a:srgbClr val="28684C"/>
                </a:solidFill>
              </a:defRPr>
            </a:lvl6pPr>
            <a:lvl7pPr>
              <a:defRPr sz="2100" b="1">
                <a:solidFill>
                  <a:srgbClr val="28684C"/>
                </a:solidFill>
              </a:defRPr>
            </a:lvl7pPr>
            <a:lvl8pPr>
              <a:defRPr sz="2100" b="1">
                <a:solidFill>
                  <a:srgbClr val="28684C"/>
                </a:solidFill>
              </a:defRPr>
            </a:lvl8pPr>
            <a:lvl9pPr>
              <a:defRPr sz="210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8684C"/>
                </a:solidFill>
              </a:defRPr>
            </a:pPr>
            <a:r>
              <a:rPr sz="2100" b="1">
                <a:solidFill>
                  <a:srgbClr val="28684C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F0D84-ED54-44A3-AA1E-4F2D3B49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81250"/>
            <a:ext cx="2038350" cy="21336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BD1F2-4336-4EE8-968A-0D501C0C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52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8684C"/>
                </a:solidFill>
              </a:defRPr>
            </a:defPPr>
            <a:lvl1pPr>
              <a:defRPr sz="1050" b="1">
                <a:solidFill>
                  <a:srgbClr val="28684C"/>
                </a:solidFill>
              </a:defRPr>
            </a:lvl1pPr>
            <a:lvl2pPr>
              <a:defRPr sz="1050" b="1">
                <a:solidFill>
                  <a:srgbClr val="28684C"/>
                </a:solidFill>
              </a:defRPr>
            </a:lvl2pPr>
            <a:lvl3pPr>
              <a:defRPr sz="1050" b="1">
                <a:solidFill>
                  <a:srgbClr val="28684C"/>
                </a:solidFill>
              </a:defRPr>
            </a:lvl3pPr>
            <a:lvl4pPr>
              <a:defRPr sz="1050" b="1">
                <a:solidFill>
                  <a:srgbClr val="28684C"/>
                </a:solidFill>
              </a:defRPr>
            </a:lvl4pPr>
            <a:lvl5pPr>
              <a:defRPr sz="1050" b="1">
                <a:solidFill>
                  <a:srgbClr val="28684C"/>
                </a:solidFill>
              </a:defRPr>
            </a:lvl5pPr>
            <a:lvl6pPr>
              <a:defRPr sz="1050" b="1">
                <a:solidFill>
                  <a:srgbClr val="28684C"/>
                </a:solidFill>
              </a:defRPr>
            </a:lvl6pPr>
            <a:lvl7pPr>
              <a:defRPr sz="1050" b="1">
                <a:solidFill>
                  <a:srgbClr val="28684C"/>
                </a:solidFill>
              </a:defRPr>
            </a:lvl7pPr>
            <a:lvl8pPr>
              <a:defRPr sz="1050" b="1">
                <a:solidFill>
                  <a:srgbClr val="28684C"/>
                </a:solidFill>
              </a:defRPr>
            </a:lvl8pPr>
            <a:lvl9pPr>
              <a:defRPr sz="105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8684C"/>
                </a:solidFill>
              </a:defRPr>
            </a:pPr>
            <a:r>
              <a:rPr sz="1050" b="1">
                <a:solidFill>
                  <a:srgbClr val="28684C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17B29-462A-4AC8-B8C6-6AEA476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337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2A22"/>
                </a:solidFill>
              </a:defRPr>
            </a:defPPr>
            <a:lvl1pPr>
              <a:defRPr sz="1350" b="1">
                <a:solidFill>
                  <a:srgbClr val="142A22"/>
                </a:solidFill>
              </a:defRPr>
            </a:lvl1pPr>
            <a:lvl2pPr>
              <a:defRPr sz="1350" b="1">
                <a:solidFill>
                  <a:srgbClr val="142A22"/>
                </a:solidFill>
              </a:defRPr>
            </a:lvl2pPr>
            <a:lvl3pPr>
              <a:defRPr sz="1350" b="1">
                <a:solidFill>
                  <a:srgbClr val="142A22"/>
                </a:solidFill>
              </a:defRPr>
            </a:lvl3pPr>
            <a:lvl4pPr>
              <a:defRPr sz="1350" b="1">
                <a:solidFill>
                  <a:srgbClr val="142A22"/>
                </a:solidFill>
              </a:defRPr>
            </a:lvl4pPr>
            <a:lvl5pPr>
              <a:defRPr sz="1350" b="1">
                <a:solidFill>
                  <a:srgbClr val="142A22"/>
                </a:solidFill>
              </a:defRPr>
            </a:lvl5pPr>
            <a:lvl6pPr>
              <a:defRPr sz="1350" b="1">
                <a:solidFill>
                  <a:srgbClr val="142A22"/>
                </a:solidFill>
              </a:defRPr>
            </a:lvl6pPr>
            <a:lvl7pPr>
              <a:defRPr sz="1350" b="1">
                <a:solidFill>
                  <a:srgbClr val="142A22"/>
                </a:solidFill>
              </a:defRPr>
            </a:lvl7pPr>
            <a:lvl8pPr>
              <a:defRPr sz="1350" b="1">
                <a:solidFill>
                  <a:srgbClr val="142A22"/>
                </a:solidFill>
              </a:defRPr>
            </a:lvl8pPr>
            <a:lvl9pPr>
              <a:defRPr sz="1350" b="1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2A22"/>
                </a:solidFill>
              </a:defRPr>
            </a:pPr>
            <a:r>
              <a:rPr sz="1350" b="1">
                <a:solidFill>
                  <a:srgbClr val="142A22"/>
                </a:solidFill>
              </a:rPr>
              <a:t>FETCH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88AD8-72CB-40A0-B5F6-4C3775DC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29000"/>
            <a:ext cx="1695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66E"/>
                </a:solidFill>
              </a:defRPr>
            </a:defPPr>
            <a:lvl1pPr>
              <a:defRPr sz="1350" b="0">
                <a:solidFill>
                  <a:srgbClr val="65766E"/>
                </a:solidFill>
              </a:defRPr>
            </a:lvl1pPr>
            <a:lvl2pPr>
              <a:defRPr sz="1350" b="0">
                <a:solidFill>
                  <a:srgbClr val="65766E"/>
                </a:solidFill>
              </a:defRPr>
            </a:lvl2pPr>
            <a:lvl3pPr>
              <a:defRPr sz="1350" b="0">
                <a:solidFill>
                  <a:srgbClr val="65766E"/>
                </a:solidFill>
              </a:defRPr>
            </a:lvl3pPr>
            <a:lvl4pPr>
              <a:defRPr sz="1350" b="0">
                <a:solidFill>
                  <a:srgbClr val="65766E"/>
                </a:solidFill>
              </a:defRPr>
            </a:lvl4pPr>
            <a:lvl5pPr>
              <a:defRPr sz="1350" b="0">
                <a:solidFill>
                  <a:srgbClr val="65766E"/>
                </a:solidFill>
              </a:defRPr>
            </a:lvl5pPr>
            <a:lvl6pPr>
              <a:defRPr sz="1350" b="0">
                <a:solidFill>
                  <a:srgbClr val="65766E"/>
                </a:solidFill>
              </a:defRPr>
            </a:lvl6pPr>
            <a:lvl7pPr>
              <a:defRPr sz="1350" b="0">
                <a:solidFill>
                  <a:srgbClr val="65766E"/>
                </a:solidFill>
              </a:defRPr>
            </a:lvl7pPr>
            <a:lvl8pPr>
              <a:defRPr sz="1350" b="0">
                <a:solidFill>
                  <a:srgbClr val="65766E"/>
                </a:solidFill>
              </a:defRPr>
            </a:lvl8pPr>
            <a:lvl9pPr>
              <a:defRPr sz="1350" b="0">
                <a:solidFill>
                  <a:srgbClr val="65766E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66E"/>
                </a:solidFill>
              </a:defRPr>
            </a:pPr>
            <a:r>
              <a:rPr sz="1350" b="0">
                <a:solidFill>
                  <a:srgbClr val="65766E"/>
                </a:solidFill>
              </a:rPr>
              <a:t>Hourly weather</a:t>
            </a:r>
          </a:p>
          <a:p xmlns:a="http://schemas.openxmlformats.org/drawingml/2006/main">
            <a:pPr>
              <a:defRPr sz="1350" b="0">
                <a:solidFill>
                  <a:srgbClr val="65766E"/>
                </a:solidFill>
              </a:defRPr>
            </a:pPr>
            <a:r>
              <a:rPr sz="1350" b="0">
                <a:solidFill>
                  <a:srgbClr val="65766E"/>
                </a:solidFill>
              </a:rPr>
              <a:t>PM2.5 +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C1D00-921F-453E-8829-3766D62E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57550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8684C"/>
                </a:solidFill>
              </a:defRPr>
            </a:defPPr>
            <a:lvl1pPr>
              <a:defRPr sz="2100" b="1">
                <a:solidFill>
                  <a:srgbClr val="28684C"/>
                </a:solidFill>
              </a:defRPr>
            </a:lvl1pPr>
            <a:lvl2pPr>
              <a:defRPr sz="2100" b="1">
                <a:solidFill>
                  <a:srgbClr val="28684C"/>
                </a:solidFill>
              </a:defRPr>
            </a:lvl2pPr>
            <a:lvl3pPr>
              <a:defRPr sz="2100" b="1">
                <a:solidFill>
                  <a:srgbClr val="28684C"/>
                </a:solidFill>
              </a:defRPr>
            </a:lvl3pPr>
            <a:lvl4pPr>
              <a:defRPr sz="2100" b="1">
                <a:solidFill>
                  <a:srgbClr val="28684C"/>
                </a:solidFill>
              </a:defRPr>
            </a:lvl4pPr>
            <a:lvl5pPr>
              <a:defRPr sz="2100" b="1">
                <a:solidFill>
                  <a:srgbClr val="28684C"/>
                </a:solidFill>
              </a:defRPr>
            </a:lvl5pPr>
            <a:lvl6pPr>
              <a:defRPr sz="2100" b="1">
                <a:solidFill>
                  <a:srgbClr val="28684C"/>
                </a:solidFill>
              </a:defRPr>
            </a:lvl6pPr>
            <a:lvl7pPr>
              <a:defRPr sz="2100" b="1">
                <a:solidFill>
                  <a:srgbClr val="28684C"/>
                </a:solidFill>
              </a:defRPr>
            </a:lvl7pPr>
            <a:lvl8pPr>
              <a:defRPr sz="2100" b="1">
                <a:solidFill>
                  <a:srgbClr val="28684C"/>
                </a:solidFill>
              </a:defRPr>
            </a:lvl8pPr>
            <a:lvl9pPr>
              <a:defRPr sz="210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8684C"/>
                </a:solidFill>
              </a:defRPr>
            </a:pPr>
            <a:r>
              <a:rPr sz="2100" b="1">
                <a:solidFill>
                  <a:srgbClr val="28684C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254D8-10E3-412D-B068-6B7BE94F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2038350" cy="21336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632B8-792A-4B9D-BF80-599B9A67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8684C"/>
                </a:solidFill>
              </a:defRPr>
            </a:defPPr>
            <a:lvl1pPr>
              <a:defRPr sz="1050" b="1">
                <a:solidFill>
                  <a:srgbClr val="28684C"/>
                </a:solidFill>
              </a:defRPr>
            </a:lvl1pPr>
            <a:lvl2pPr>
              <a:defRPr sz="1050" b="1">
                <a:solidFill>
                  <a:srgbClr val="28684C"/>
                </a:solidFill>
              </a:defRPr>
            </a:lvl2pPr>
            <a:lvl3pPr>
              <a:defRPr sz="1050" b="1">
                <a:solidFill>
                  <a:srgbClr val="28684C"/>
                </a:solidFill>
              </a:defRPr>
            </a:lvl3pPr>
            <a:lvl4pPr>
              <a:defRPr sz="1050" b="1">
                <a:solidFill>
                  <a:srgbClr val="28684C"/>
                </a:solidFill>
              </a:defRPr>
            </a:lvl4pPr>
            <a:lvl5pPr>
              <a:defRPr sz="1050" b="1">
                <a:solidFill>
                  <a:srgbClr val="28684C"/>
                </a:solidFill>
              </a:defRPr>
            </a:lvl5pPr>
            <a:lvl6pPr>
              <a:defRPr sz="1050" b="1">
                <a:solidFill>
                  <a:srgbClr val="28684C"/>
                </a:solidFill>
              </a:defRPr>
            </a:lvl6pPr>
            <a:lvl7pPr>
              <a:defRPr sz="1050" b="1">
                <a:solidFill>
                  <a:srgbClr val="28684C"/>
                </a:solidFill>
              </a:defRPr>
            </a:lvl7pPr>
            <a:lvl8pPr>
              <a:defRPr sz="1050" b="1">
                <a:solidFill>
                  <a:srgbClr val="28684C"/>
                </a:solidFill>
              </a:defRPr>
            </a:lvl8pPr>
            <a:lvl9pPr>
              <a:defRPr sz="105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8684C"/>
                </a:solidFill>
              </a:defRPr>
            </a:pPr>
            <a:r>
              <a:rPr sz="1050" b="1">
                <a:solidFill>
                  <a:srgbClr val="28684C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C1A6D-CDCA-494A-B357-3D87D68A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337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2A22"/>
                </a:solidFill>
              </a:defRPr>
            </a:defPPr>
            <a:lvl1pPr>
              <a:defRPr sz="1350" b="1">
                <a:solidFill>
                  <a:srgbClr val="142A22"/>
                </a:solidFill>
              </a:defRPr>
            </a:lvl1pPr>
            <a:lvl2pPr>
              <a:defRPr sz="1350" b="1">
                <a:solidFill>
                  <a:srgbClr val="142A22"/>
                </a:solidFill>
              </a:defRPr>
            </a:lvl2pPr>
            <a:lvl3pPr>
              <a:defRPr sz="1350" b="1">
                <a:solidFill>
                  <a:srgbClr val="142A22"/>
                </a:solidFill>
              </a:defRPr>
            </a:lvl3pPr>
            <a:lvl4pPr>
              <a:defRPr sz="1350" b="1">
                <a:solidFill>
                  <a:srgbClr val="142A22"/>
                </a:solidFill>
              </a:defRPr>
            </a:lvl4pPr>
            <a:lvl5pPr>
              <a:defRPr sz="1350" b="1">
                <a:solidFill>
                  <a:srgbClr val="142A22"/>
                </a:solidFill>
              </a:defRPr>
            </a:lvl5pPr>
            <a:lvl6pPr>
              <a:defRPr sz="1350" b="1">
                <a:solidFill>
                  <a:srgbClr val="142A22"/>
                </a:solidFill>
              </a:defRPr>
            </a:lvl6pPr>
            <a:lvl7pPr>
              <a:defRPr sz="1350" b="1">
                <a:solidFill>
                  <a:srgbClr val="142A22"/>
                </a:solidFill>
              </a:defRPr>
            </a:lvl7pPr>
            <a:lvl8pPr>
              <a:defRPr sz="1350" b="1">
                <a:solidFill>
                  <a:srgbClr val="142A22"/>
                </a:solidFill>
              </a:defRPr>
            </a:lvl8pPr>
            <a:lvl9pPr>
              <a:defRPr sz="1350" b="1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2A22"/>
                </a:solidFill>
              </a:defRPr>
            </a:pPr>
            <a:r>
              <a:rPr sz="1350" b="1">
                <a:solidFill>
                  <a:srgbClr val="142A22"/>
                </a:solidFill>
              </a:rPr>
              <a:t>RANK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D1D95-0EAA-4C6D-B33D-ECA941CF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29000"/>
            <a:ext cx="1695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66E"/>
                </a:solidFill>
              </a:defRPr>
            </a:defPPr>
            <a:lvl1pPr>
              <a:defRPr sz="1350" b="0">
                <a:solidFill>
                  <a:srgbClr val="65766E"/>
                </a:solidFill>
              </a:defRPr>
            </a:lvl1pPr>
            <a:lvl2pPr>
              <a:defRPr sz="1350" b="0">
                <a:solidFill>
                  <a:srgbClr val="65766E"/>
                </a:solidFill>
              </a:defRPr>
            </a:lvl2pPr>
            <a:lvl3pPr>
              <a:defRPr sz="1350" b="0">
                <a:solidFill>
                  <a:srgbClr val="65766E"/>
                </a:solidFill>
              </a:defRPr>
            </a:lvl3pPr>
            <a:lvl4pPr>
              <a:defRPr sz="1350" b="0">
                <a:solidFill>
                  <a:srgbClr val="65766E"/>
                </a:solidFill>
              </a:defRPr>
            </a:lvl4pPr>
            <a:lvl5pPr>
              <a:defRPr sz="1350" b="0">
                <a:solidFill>
                  <a:srgbClr val="65766E"/>
                </a:solidFill>
              </a:defRPr>
            </a:lvl5pPr>
            <a:lvl6pPr>
              <a:defRPr sz="1350" b="0">
                <a:solidFill>
                  <a:srgbClr val="65766E"/>
                </a:solidFill>
              </a:defRPr>
            </a:lvl6pPr>
            <a:lvl7pPr>
              <a:defRPr sz="1350" b="0">
                <a:solidFill>
                  <a:srgbClr val="65766E"/>
                </a:solidFill>
              </a:defRPr>
            </a:lvl7pPr>
            <a:lvl8pPr>
              <a:defRPr sz="1350" b="0">
                <a:solidFill>
                  <a:srgbClr val="65766E"/>
                </a:solidFill>
              </a:defRPr>
            </a:lvl8pPr>
            <a:lvl9pPr>
              <a:defRPr sz="1350" b="0">
                <a:solidFill>
                  <a:srgbClr val="65766E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66E"/>
                </a:solidFill>
              </a:defRPr>
            </a:pPr>
            <a:r>
              <a:rPr sz="1350" b="0">
                <a:solidFill>
                  <a:srgbClr val="65766E"/>
                </a:solidFill>
              </a:rPr>
              <a:t>Score each</a:t>
            </a:r>
          </a:p>
          <a:p xmlns:a="http://schemas.openxmlformats.org/drawingml/2006/main">
            <a:pPr>
              <a:defRPr sz="1350" b="0">
                <a:solidFill>
                  <a:srgbClr val="65766E"/>
                </a:solidFill>
              </a:defRPr>
            </a:pPr>
            <a:r>
              <a:rPr sz="1350" b="0">
                <a:solidFill>
                  <a:srgbClr val="65766E"/>
                </a:solidFill>
              </a:rPr>
              <a:t>place × hour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8C0A65-E6A2-4572-8EAE-BF51E301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57550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8684C"/>
                </a:solidFill>
              </a:defRPr>
            </a:defPPr>
            <a:lvl1pPr>
              <a:defRPr sz="2100" b="1">
                <a:solidFill>
                  <a:srgbClr val="28684C"/>
                </a:solidFill>
              </a:defRPr>
            </a:lvl1pPr>
            <a:lvl2pPr>
              <a:defRPr sz="2100" b="1">
                <a:solidFill>
                  <a:srgbClr val="28684C"/>
                </a:solidFill>
              </a:defRPr>
            </a:lvl2pPr>
            <a:lvl3pPr>
              <a:defRPr sz="2100" b="1">
                <a:solidFill>
                  <a:srgbClr val="28684C"/>
                </a:solidFill>
              </a:defRPr>
            </a:lvl3pPr>
            <a:lvl4pPr>
              <a:defRPr sz="2100" b="1">
                <a:solidFill>
                  <a:srgbClr val="28684C"/>
                </a:solidFill>
              </a:defRPr>
            </a:lvl4pPr>
            <a:lvl5pPr>
              <a:defRPr sz="2100" b="1">
                <a:solidFill>
                  <a:srgbClr val="28684C"/>
                </a:solidFill>
              </a:defRPr>
            </a:lvl5pPr>
            <a:lvl6pPr>
              <a:defRPr sz="2100" b="1">
                <a:solidFill>
                  <a:srgbClr val="28684C"/>
                </a:solidFill>
              </a:defRPr>
            </a:lvl6pPr>
            <a:lvl7pPr>
              <a:defRPr sz="2100" b="1">
                <a:solidFill>
                  <a:srgbClr val="28684C"/>
                </a:solidFill>
              </a:defRPr>
            </a:lvl7pPr>
            <a:lvl8pPr>
              <a:defRPr sz="2100" b="1">
                <a:solidFill>
                  <a:srgbClr val="28684C"/>
                </a:solidFill>
              </a:defRPr>
            </a:lvl8pPr>
            <a:lvl9pPr>
              <a:defRPr sz="210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8684C"/>
                </a:solidFill>
              </a:defRPr>
            </a:pPr>
            <a:r>
              <a:rPr sz="2100" b="1">
                <a:solidFill>
                  <a:srgbClr val="28684C"/>
                </a:solidFill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B72A4D-7055-4DC1-B8D5-299C13D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2038350" cy="21336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76759-FD92-484E-986D-2234510E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52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8684C"/>
                </a:solidFill>
              </a:defRPr>
            </a:defPPr>
            <a:lvl1pPr>
              <a:defRPr sz="1050" b="1">
                <a:solidFill>
                  <a:srgbClr val="28684C"/>
                </a:solidFill>
              </a:defRPr>
            </a:lvl1pPr>
            <a:lvl2pPr>
              <a:defRPr sz="1050" b="1">
                <a:solidFill>
                  <a:srgbClr val="28684C"/>
                </a:solidFill>
              </a:defRPr>
            </a:lvl2pPr>
            <a:lvl3pPr>
              <a:defRPr sz="1050" b="1">
                <a:solidFill>
                  <a:srgbClr val="28684C"/>
                </a:solidFill>
              </a:defRPr>
            </a:lvl3pPr>
            <a:lvl4pPr>
              <a:defRPr sz="1050" b="1">
                <a:solidFill>
                  <a:srgbClr val="28684C"/>
                </a:solidFill>
              </a:defRPr>
            </a:lvl4pPr>
            <a:lvl5pPr>
              <a:defRPr sz="1050" b="1">
                <a:solidFill>
                  <a:srgbClr val="28684C"/>
                </a:solidFill>
              </a:defRPr>
            </a:lvl5pPr>
            <a:lvl6pPr>
              <a:defRPr sz="1050" b="1">
                <a:solidFill>
                  <a:srgbClr val="28684C"/>
                </a:solidFill>
              </a:defRPr>
            </a:lvl6pPr>
            <a:lvl7pPr>
              <a:defRPr sz="1050" b="1">
                <a:solidFill>
                  <a:srgbClr val="28684C"/>
                </a:solidFill>
              </a:defRPr>
            </a:lvl7pPr>
            <a:lvl8pPr>
              <a:defRPr sz="1050" b="1">
                <a:solidFill>
                  <a:srgbClr val="28684C"/>
                </a:solidFill>
              </a:defRPr>
            </a:lvl8pPr>
            <a:lvl9pPr>
              <a:defRPr sz="105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8684C"/>
                </a:solidFill>
              </a:defRPr>
            </a:pPr>
            <a:r>
              <a:rPr sz="1050" b="1">
                <a:solidFill>
                  <a:srgbClr val="28684C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67CC2D-C2BB-4BB6-B7CC-1C2F90A1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337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2A22"/>
                </a:solidFill>
              </a:defRPr>
            </a:defPPr>
            <a:lvl1pPr>
              <a:defRPr sz="1350" b="1">
                <a:solidFill>
                  <a:srgbClr val="142A22"/>
                </a:solidFill>
              </a:defRPr>
            </a:lvl1pPr>
            <a:lvl2pPr>
              <a:defRPr sz="1350" b="1">
                <a:solidFill>
                  <a:srgbClr val="142A22"/>
                </a:solidFill>
              </a:defRPr>
            </a:lvl2pPr>
            <a:lvl3pPr>
              <a:defRPr sz="1350" b="1">
                <a:solidFill>
                  <a:srgbClr val="142A22"/>
                </a:solidFill>
              </a:defRPr>
            </a:lvl3pPr>
            <a:lvl4pPr>
              <a:defRPr sz="1350" b="1">
                <a:solidFill>
                  <a:srgbClr val="142A22"/>
                </a:solidFill>
              </a:defRPr>
            </a:lvl4pPr>
            <a:lvl5pPr>
              <a:defRPr sz="1350" b="1">
                <a:solidFill>
                  <a:srgbClr val="142A22"/>
                </a:solidFill>
              </a:defRPr>
            </a:lvl5pPr>
            <a:lvl6pPr>
              <a:defRPr sz="1350" b="1">
                <a:solidFill>
                  <a:srgbClr val="142A22"/>
                </a:solidFill>
              </a:defRPr>
            </a:lvl6pPr>
            <a:lvl7pPr>
              <a:defRPr sz="1350" b="1">
                <a:solidFill>
                  <a:srgbClr val="142A22"/>
                </a:solidFill>
              </a:defRPr>
            </a:lvl7pPr>
            <a:lvl8pPr>
              <a:defRPr sz="1350" b="1">
                <a:solidFill>
                  <a:srgbClr val="142A22"/>
                </a:solidFill>
              </a:defRPr>
            </a:lvl8pPr>
            <a:lvl9pPr>
              <a:defRPr sz="1350" b="1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2A22"/>
                </a:solidFill>
              </a:defRPr>
            </a:pPr>
            <a:r>
              <a:rPr sz="1350" b="1">
                <a:solidFill>
                  <a:srgbClr val="142A22"/>
                </a:solidFill>
              </a:rPr>
              <a:t>EXPLAIN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6AEBCC-EFF7-45C7-A003-CD3C4A0E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29000"/>
            <a:ext cx="1695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66E"/>
                </a:solidFill>
              </a:defRPr>
            </a:defPPr>
            <a:lvl1pPr>
              <a:defRPr sz="1350" b="0">
                <a:solidFill>
                  <a:srgbClr val="65766E"/>
                </a:solidFill>
              </a:defRPr>
            </a:lvl1pPr>
            <a:lvl2pPr>
              <a:defRPr sz="1350" b="0">
                <a:solidFill>
                  <a:srgbClr val="65766E"/>
                </a:solidFill>
              </a:defRPr>
            </a:lvl2pPr>
            <a:lvl3pPr>
              <a:defRPr sz="1350" b="0">
                <a:solidFill>
                  <a:srgbClr val="65766E"/>
                </a:solidFill>
              </a:defRPr>
            </a:lvl3pPr>
            <a:lvl4pPr>
              <a:defRPr sz="1350" b="0">
                <a:solidFill>
                  <a:srgbClr val="65766E"/>
                </a:solidFill>
              </a:defRPr>
            </a:lvl4pPr>
            <a:lvl5pPr>
              <a:defRPr sz="1350" b="0">
                <a:solidFill>
                  <a:srgbClr val="65766E"/>
                </a:solidFill>
              </a:defRPr>
            </a:lvl5pPr>
            <a:lvl6pPr>
              <a:defRPr sz="1350" b="0">
                <a:solidFill>
                  <a:srgbClr val="65766E"/>
                </a:solidFill>
              </a:defRPr>
            </a:lvl6pPr>
            <a:lvl7pPr>
              <a:defRPr sz="1350" b="0">
                <a:solidFill>
                  <a:srgbClr val="65766E"/>
                </a:solidFill>
              </a:defRPr>
            </a:lvl7pPr>
            <a:lvl8pPr>
              <a:defRPr sz="1350" b="0">
                <a:solidFill>
                  <a:srgbClr val="65766E"/>
                </a:solidFill>
              </a:defRPr>
            </a:lvl8pPr>
            <a:lvl9pPr>
              <a:defRPr sz="1350" b="0">
                <a:solidFill>
                  <a:srgbClr val="65766E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66E"/>
                </a:solidFill>
              </a:defRPr>
            </a:pPr>
            <a:r>
              <a:rPr sz="1350" b="0">
                <a:solidFill>
                  <a:srgbClr val="65766E"/>
                </a:solidFill>
              </a:rPr>
              <a:t>Local SLM</a:t>
            </a:r>
          </a:p>
          <a:p xmlns:a="http://schemas.openxmlformats.org/drawingml/2006/main">
            <a:pPr>
              <a:defRPr sz="1350" b="0">
                <a:solidFill>
                  <a:srgbClr val="65766E"/>
                </a:solidFill>
              </a:defRPr>
            </a:pPr>
            <a:r>
              <a:rPr sz="1350" b="0">
                <a:solidFill>
                  <a:srgbClr val="65766E"/>
                </a:solidFill>
              </a:rPr>
              <a:t>returns advice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57DB94-1A91-4F2A-ACFF-01076F82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8684C"/>
                </a:solidFill>
              </a:defRPr>
            </a:defPPr>
            <a:lvl1pPr>
              <a:defRPr sz="1125" b="1">
                <a:solidFill>
                  <a:srgbClr val="28684C"/>
                </a:solidFill>
              </a:defRPr>
            </a:lvl1pPr>
            <a:lvl2pPr>
              <a:defRPr sz="1125" b="1">
                <a:solidFill>
                  <a:srgbClr val="28684C"/>
                </a:solidFill>
              </a:defRPr>
            </a:lvl2pPr>
            <a:lvl3pPr>
              <a:defRPr sz="1125" b="1">
                <a:solidFill>
                  <a:srgbClr val="28684C"/>
                </a:solidFill>
              </a:defRPr>
            </a:lvl3pPr>
            <a:lvl4pPr>
              <a:defRPr sz="1125" b="1">
                <a:solidFill>
                  <a:srgbClr val="28684C"/>
                </a:solidFill>
              </a:defRPr>
            </a:lvl4pPr>
            <a:lvl5pPr>
              <a:defRPr sz="1125" b="1">
                <a:solidFill>
                  <a:srgbClr val="28684C"/>
                </a:solidFill>
              </a:defRPr>
            </a:lvl5pPr>
            <a:lvl6pPr>
              <a:defRPr sz="1125" b="1">
                <a:solidFill>
                  <a:srgbClr val="28684C"/>
                </a:solidFill>
              </a:defRPr>
            </a:lvl6pPr>
            <a:lvl7pPr>
              <a:defRPr sz="1125" b="1">
                <a:solidFill>
                  <a:srgbClr val="28684C"/>
                </a:solidFill>
              </a:defRPr>
            </a:lvl7pPr>
            <a:lvl8pPr>
              <a:defRPr sz="1125" b="1">
                <a:solidFill>
                  <a:srgbClr val="28684C"/>
                </a:solidFill>
              </a:defRPr>
            </a:lvl8pPr>
            <a:lvl9pPr>
              <a:defRPr sz="1125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8684C"/>
                </a:solidFill>
              </a:defRPr>
            </a:pPr>
            <a:r>
              <a:rPr sz="1125" b="1">
                <a:solidFill>
                  <a:srgbClr val="28684C"/>
                </a:solidFill>
              </a:rPr>
              <a:t>Evidence sources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597551-CAD8-47AD-B908-F1559EFA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2A22"/>
                </a:solidFill>
              </a:defRPr>
            </a:defPPr>
            <a:lvl1pPr>
              <a:defRPr sz="1425" b="0">
                <a:solidFill>
                  <a:srgbClr val="142A22"/>
                </a:solidFill>
              </a:defRPr>
            </a:lvl1pPr>
            <a:lvl2pPr>
              <a:defRPr sz="1425" b="0">
                <a:solidFill>
                  <a:srgbClr val="142A22"/>
                </a:solidFill>
              </a:defRPr>
            </a:lvl2pPr>
            <a:lvl3pPr>
              <a:defRPr sz="1425" b="0">
                <a:solidFill>
                  <a:srgbClr val="142A22"/>
                </a:solidFill>
              </a:defRPr>
            </a:lvl3pPr>
            <a:lvl4pPr>
              <a:defRPr sz="1425" b="0">
                <a:solidFill>
                  <a:srgbClr val="142A22"/>
                </a:solidFill>
              </a:defRPr>
            </a:lvl4pPr>
            <a:lvl5pPr>
              <a:defRPr sz="1425" b="0">
                <a:solidFill>
                  <a:srgbClr val="142A22"/>
                </a:solidFill>
              </a:defRPr>
            </a:lvl5pPr>
            <a:lvl6pPr>
              <a:defRPr sz="1425" b="0">
                <a:solidFill>
                  <a:srgbClr val="142A22"/>
                </a:solidFill>
              </a:defRPr>
            </a:lvl6pPr>
            <a:lvl7pPr>
              <a:defRPr sz="1425" b="0">
                <a:solidFill>
                  <a:srgbClr val="142A22"/>
                </a:solidFill>
              </a:defRPr>
            </a:lvl7pPr>
            <a:lvl8pPr>
              <a:defRPr sz="1425" b="0">
                <a:solidFill>
                  <a:srgbClr val="142A22"/>
                </a:solidFill>
              </a:defRPr>
            </a:lvl8pPr>
            <a:lvl9pPr>
              <a:defRPr sz="1425" b="0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42A22"/>
                </a:solidFill>
              </a:defRPr>
            </a:pPr>
            <a:r>
              <a:rPr sz="1425" b="0">
                <a:solidFill>
                  <a:srgbClr val="142A22"/>
                </a:solidFill>
              </a:rPr>
              <a:t>Open-Meteo Geocoding · Forecast · Air Quality     |     OpenStreetMap via Overpass</a:t>
            </a:r>
          </a:p>
        </p:txBody>
      </p:sp>
    </p:spTree>
    <p:extLst>
      <p:ext uri="{BB962C8B-B14F-4D97-AF65-F5344CB8AC3E}">
        <p14:creationId xmlns:p14="http://schemas.microsoft.com/office/powerpoint/2010/main" val="2093237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84D6B-8EB2-402B-8066-EFD3D248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8684C"/>
                </a:solidFill>
              </a:defRPr>
            </a:defPPr>
            <a:lvl1pPr>
              <a:defRPr sz="1050" b="1">
                <a:solidFill>
                  <a:srgbClr val="28684C"/>
                </a:solidFill>
              </a:defRPr>
            </a:lvl1pPr>
            <a:lvl2pPr>
              <a:defRPr sz="1050" b="1">
                <a:solidFill>
                  <a:srgbClr val="28684C"/>
                </a:solidFill>
              </a:defRPr>
            </a:lvl2pPr>
            <a:lvl3pPr>
              <a:defRPr sz="1050" b="1">
                <a:solidFill>
                  <a:srgbClr val="28684C"/>
                </a:solidFill>
              </a:defRPr>
            </a:lvl3pPr>
            <a:lvl4pPr>
              <a:defRPr sz="1050" b="1">
                <a:solidFill>
                  <a:srgbClr val="28684C"/>
                </a:solidFill>
              </a:defRPr>
            </a:lvl4pPr>
            <a:lvl5pPr>
              <a:defRPr sz="1050" b="1">
                <a:solidFill>
                  <a:srgbClr val="28684C"/>
                </a:solidFill>
              </a:defRPr>
            </a:lvl5pPr>
            <a:lvl6pPr>
              <a:defRPr sz="1050" b="1">
                <a:solidFill>
                  <a:srgbClr val="28684C"/>
                </a:solidFill>
              </a:defRPr>
            </a:lvl6pPr>
            <a:lvl7pPr>
              <a:defRPr sz="1050" b="1">
                <a:solidFill>
                  <a:srgbClr val="28684C"/>
                </a:solidFill>
              </a:defRPr>
            </a:lvl7pPr>
            <a:lvl8pPr>
              <a:defRPr sz="1050" b="1">
                <a:solidFill>
                  <a:srgbClr val="28684C"/>
                </a:solidFill>
              </a:defRPr>
            </a:lvl8pPr>
            <a:lvl9pPr>
              <a:defRPr sz="105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8684C"/>
                </a:solidFill>
              </a:defRPr>
            </a:pPr>
            <a:r>
              <a:rPr sz="1050" b="1">
                <a:solidFill>
                  <a:srgbClr val="28684C"/>
                </a:solidFill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8BC6E-32DB-492F-8E51-C7719E6F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A22"/>
                </a:solidFill>
              </a:defRPr>
            </a:defPPr>
            <a:lvl1pPr>
              <a:defRPr sz="3300" b="1">
                <a:solidFill>
                  <a:srgbClr val="142A22"/>
                </a:solidFill>
              </a:defRPr>
            </a:lvl1pPr>
            <a:lvl2pPr>
              <a:defRPr sz="3300" b="1">
                <a:solidFill>
                  <a:srgbClr val="142A22"/>
                </a:solidFill>
              </a:defRPr>
            </a:lvl2pPr>
            <a:lvl3pPr>
              <a:defRPr sz="3300" b="1">
                <a:solidFill>
                  <a:srgbClr val="142A22"/>
                </a:solidFill>
              </a:defRPr>
            </a:lvl3pPr>
            <a:lvl4pPr>
              <a:defRPr sz="3300" b="1">
                <a:solidFill>
                  <a:srgbClr val="142A22"/>
                </a:solidFill>
              </a:defRPr>
            </a:lvl4pPr>
            <a:lvl5pPr>
              <a:defRPr sz="3300" b="1">
                <a:solidFill>
                  <a:srgbClr val="142A22"/>
                </a:solidFill>
              </a:defRPr>
            </a:lvl5pPr>
            <a:lvl6pPr>
              <a:defRPr sz="3300" b="1">
                <a:solidFill>
                  <a:srgbClr val="142A22"/>
                </a:solidFill>
              </a:defRPr>
            </a:lvl6pPr>
            <a:lvl7pPr>
              <a:defRPr sz="3300" b="1">
                <a:solidFill>
                  <a:srgbClr val="142A22"/>
                </a:solidFill>
              </a:defRPr>
            </a:lvl7pPr>
            <a:lvl8pPr>
              <a:defRPr sz="3300" b="1">
                <a:solidFill>
                  <a:srgbClr val="142A22"/>
                </a:solidFill>
              </a:defRPr>
            </a:lvl8pPr>
            <a:lvl9pPr>
              <a:defRPr sz="3300" b="1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22"/>
                </a:solidFill>
              </a:defRPr>
            </a:pPr>
            <a:r>
              <a:rPr sz="3300" b="1">
                <a:solidFill>
                  <a:srgbClr val="142A22"/>
                </a:solidFill>
              </a:rPr>
              <a:t>Example: asthma + morning walk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1F40C-BE48-45DC-BB14-29DCF3D7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5766E"/>
                </a:solidFill>
              </a:defRPr>
            </a:defPPr>
            <a:lvl1pPr>
              <a:defRPr sz="975" b="0">
                <a:solidFill>
                  <a:srgbClr val="65766E"/>
                </a:solidFill>
              </a:defRPr>
            </a:lvl1pPr>
            <a:lvl2pPr>
              <a:defRPr sz="975" b="0">
                <a:solidFill>
                  <a:srgbClr val="65766E"/>
                </a:solidFill>
              </a:defRPr>
            </a:lvl2pPr>
            <a:lvl3pPr>
              <a:defRPr sz="975" b="0">
                <a:solidFill>
                  <a:srgbClr val="65766E"/>
                </a:solidFill>
              </a:defRPr>
            </a:lvl3pPr>
            <a:lvl4pPr>
              <a:defRPr sz="975" b="0">
                <a:solidFill>
                  <a:srgbClr val="65766E"/>
                </a:solidFill>
              </a:defRPr>
            </a:lvl4pPr>
            <a:lvl5pPr>
              <a:defRPr sz="975" b="0">
                <a:solidFill>
                  <a:srgbClr val="65766E"/>
                </a:solidFill>
              </a:defRPr>
            </a:lvl5pPr>
            <a:lvl6pPr>
              <a:defRPr sz="975" b="0">
                <a:solidFill>
                  <a:srgbClr val="65766E"/>
                </a:solidFill>
              </a:defRPr>
            </a:lvl6pPr>
            <a:lvl7pPr>
              <a:defRPr sz="975" b="0">
                <a:solidFill>
                  <a:srgbClr val="65766E"/>
                </a:solidFill>
              </a:defRPr>
            </a:lvl7pPr>
            <a:lvl8pPr>
              <a:defRPr sz="975" b="0">
                <a:solidFill>
                  <a:srgbClr val="65766E"/>
                </a:solidFill>
              </a:defRPr>
            </a:lvl8pPr>
            <a:lvl9pPr>
              <a:defRPr sz="975" b="0">
                <a:solidFill>
                  <a:srgbClr val="65766E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766E"/>
                </a:solidFill>
              </a:defRPr>
            </a:pPr>
            <a:r>
              <a:rPr sz="975" b="0">
                <a:solidFill>
                  <a:srgbClr val="65766E"/>
                </a:solidFill>
              </a:rPr>
              <a:t>Every recommendation includes fetched evidence, practical cautions, sources, and alternatives.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7E2EE-9E47-4270-8F35-AD8D8BA6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8684C"/>
                </a:solidFill>
              </a:defRPr>
            </a:defPPr>
            <a:lvl1pPr>
              <a:defRPr sz="975" b="1">
                <a:solidFill>
                  <a:srgbClr val="28684C"/>
                </a:solidFill>
              </a:defRPr>
            </a:lvl1pPr>
            <a:lvl2pPr>
              <a:defRPr sz="975" b="1">
                <a:solidFill>
                  <a:srgbClr val="28684C"/>
                </a:solidFill>
              </a:defRPr>
            </a:lvl2pPr>
            <a:lvl3pPr>
              <a:defRPr sz="975" b="1">
                <a:solidFill>
                  <a:srgbClr val="28684C"/>
                </a:solidFill>
              </a:defRPr>
            </a:lvl3pPr>
            <a:lvl4pPr>
              <a:defRPr sz="975" b="1">
                <a:solidFill>
                  <a:srgbClr val="28684C"/>
                </a:solidFill>
              </a:defRPr>
            </a:lvl4pPr>
            <a:lvl5pPr>
              <a:defRPr sz="975" b="1">
                <a:solidFill>
                  <a:srgbClr val="28684C"/>
                </a:solidFill>
              </a:defRPr>
            </a:lvl5pPr>
            <a:lvl6pPr>
              <a:defRPr sz="975" b="1">
                <a:solidFill>
                  <a:srgbClr val="28684C"/>
                </a:solidFill>
              </a:defRPr>
            </a:lvl6pPr>
            <a:lvl7pPr>
              <a:defRPr sz="975" b="1">
                <a:solidFill>
                  <a:srgbClr val="28684C"/>
                </a:solidFill>
              </a:defRPr>
            </a:lvl7pPr>
            <a:lvl8pPr>
              <a:defRPr sz="975" b="1">
                <a:solidFill>
                  <a:srgbClr val="28684C"/>
                </a:solidFill>
              </a:defRPr>
            </a:lvl8pPr>
            <a:lvl9pPr>
              <a:defRPr sz="975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8684C"/>
                </a:solidFill>
              </a:defRPr>
            </a:pPr>
            <a:r>
              <a:rPr sz="975" b="1">
                <a:solidFill>
                  <a:srgbClr val="28684C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366E5-59C1-46A6-B4A1-B33838AF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43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06F19-81E0-4E28-BF1E-DE4DCE4E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026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“Where's good for a morning walk near Powai tomorrow?”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0B3E2-AEBD-4F8C-8C2E-BD5AAB17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8684C"/>
                </a:solidFill>
              </a:defRPr>
            </a:defPPr>
            <a:lvl1pPr>
              <a:defRPr sz="1275" b="1">
                <a:solidFill>
                  <a:srgbClr val="28684C"/>
                </a:solidFill>
              </a:defRPr>
            </a:lvl1pPr>
            <a:lvl2pPr>
              <a:defRPr sz="1275" b="1">
                <a:solidFill>
                  <a:srgbClr val="28684C"/>
                </a:solidFill>
              </a:defRPr>
            </a:lvl2pPr>
            <a:lvl3pPr>
              <a:defRPr sz="1275" b="1">
                <a:solidFill>
                  <a:srgbClr val="28684C"/>
                </a:solidFill>
              </a:defRPr>
            </a:lvl3pPr>
            <a:lvl4pPr>
              <a:defRPr sz="1275" b="1">
                <a:solidFill>
                  <a:srgbClr val="28684C"/>
                </a:solidFill>
              </a:defRPr>
            </a:lvl4pPr>
            <a:lvl5pPr>
              <a:defRPr sz="1275" b="1">
                <a:solidFill>
                  <a:srgbClr val="28684C"/>
                </a:solidFill>
              </a:defRPr>
            </a:lvl5pPr>
            <a:lvl6pPr>
              <a:defRPr sz="1275" b="1">
                <a:solidFill>
                  <a:srgbClr val="28684C"/>
                </a:solidFill>
              </a:defRPr>
            </a:lvl6pPr>
            <a:lvl7pPr>
              <a:defRPr sz="1275" b="1">
                <a:solidFill>
                  <a:srgbClr val="28684C"/>
                </a:solidFill>
              </a:defRPr>
            </a:lvl7pPr>
            <a:lvl8pPr>
              <a:defRPr sz="1275" b="1">
                <a:solidFill>
                  <a:srgbClr val="28684C"/>
                </a:solidFill>
              </a:defRPr>
            </a:lvl8pPr>
            <a:lvl9pPr>
              <a:defRPr sz="1275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8684C"/>
                </a:solidFill>
              </a:defRPr>
            </a:pPr>
            <a:r>
              <a:rPr sz="1275" b="1">
                <a:solidFill>
                  <a:srgbClr val="28684C"/>
                </a:solidFill>
              </a:rPr>
              <a:t>01  Resolve the 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9DADA-C02A-4378-A1E3-A64A5AAE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718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A22"/>
                </a:solidFill>
              </a:defRPr>
            </a:defPPr>
            <a:lvl1pPr>
              <a:defRPr sz="1350" b="0">
                <a:solidFill>
                  <a:srgbClr val="142A22"/>
                </a:solidFill>
              </a:defRPr>
            </a:lvl1pPr>
            <a:lvl2pPr>
              <a:defRPr sz="1350" b="0">
                <a:solidFill>
                  <a:srgbClr val="142A22"/>
                </a:solidFill>
              </a:defRPr>
            </a:lvl2pPr>
            <a:lvl3pPr>
              <a:defRPr sz="1350" b="0">
                <a:solidFill>
                  <a:srgbClr val="142A22"/>
                </a:solidFill>
              </a:defRPr>
            </a:lvl3pPr>
            <a:lvl4pPr>
              <a:defRPr sz="1350" b="0">
                <a:solidFill>
                  <a:srgbClr val="142A22"/>
                </a:solidFill>
              </a:defRPr>
            </a:lvl4pPr>
            <a:lvl5pPr>
              <a:defRPr sz="1350" b="0">
                <a:solidFill>
                  <a:srgbClr val="142A22"/>
                </a:solidFill>
              </a:defRPr>
            </a:lvl5pPr>
            <a:lvl6pPr>
              <a:defRPr sz="1350" b="0">
                <a:solidFill>
                  <a:srgbClr val="142A22"/>
                </a:solidFill>
              </a:defRPr>
            </a:lvl6pPr>
            <a:lvl7pPr>
              <a:defRPr sz="1350" b="0">
                <a:solidFill>
                  <a:srgbClr val="142A22"/>
                </a:solidFill>
              </a:defRPr>
            </a:lvl7pPr>
            <a:lvl8pPr>
              <a:defRPr sz="1350" b="0">
                <a:solidFill>
                  <a:srgbClr val="142A22"/>
                </a:solidFill>
              </a:defRPr>
            </a:lvl8pPr>
            <a:lvl9pPr>
              <a:defRPr sz="1350" b="0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A22"/>
                </a:solidFill>
              </a:defRPr>
            </a:pPr>
            <a:r>
              <a:rPr sz="1350" b="0">
                <a:solidFill>
                  <a:srgbClr val="142A22"/>
                </a:solidFill>
              </a:rPr>
              <a:t>Open-Meteo Geocoding returns the search center.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BFFE5-1BCA-435A-8E99-7AB6EA18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8684C"/>
                </a:solidFill>
              </a:defRPr>
            </a:defPPr>
            <a:lvl1pPr>
              <a:defRPr sz="1275" b="1">
                <a:solidFill>
                  <a:srgbClr val="28684C"/>
                </a:solidFill>
              </a:defRPr>
            </a:lvl1pPr>
            <a:lvl2pPr>
              <a:defRPr sz="1275" b="1">
                <a:solidFill>
                  <a:srgbClr val="28684C"/>
                </a:solidFill>
              </a:defRPr>
            </a:lvl2pPr>
            <a:lvl3pPr>
              <a:defRPr sz="1275" b="1">
                <a:solidFill>
                  <a:srgbClr val="28684C"/>
                </a:solidFill>
              </a:defRPr>
            </a:lvl3pPr>
            <a:lvl4pPr>
              <a:defRPr sz="1275" b="1">
                <a:solidFill>
                  <a:srgbClr val="28684C"/>
                </a:solidFill>
              </a:defRPr>
            </a:lvl4pPr>
            <a:lvl5pPr>
              <a:defRPr sz="1275" b="1">
                <a:solidFill>
                  <a:srgbClr val="28684C"/>
                </a:solidFill>
              </a:defRPr>
            </a:lvl5pPr>
            <a:lvl6pPr>
              <a:defRPr sz="1275" b="1">
                <a:solidFill>
                  <a:srgbClr val="28684C"/>
                </a:solidFill>
              </a:defRPr>
            </a:lvl6pPr>
            <a:lvl7pPr>
              <a:defRPr sz="1275" b="1">
                <a:solidFill>
                  <a:srgbClr val="28684C"/>
                </a:solidFill>
              </a:defRPr>
            </a:lvl7pPr>
            <a:lvl8pPr>
              <a:defRPr sz="1275" b="1">
                <a:solidFill>
                  <a:srgbClr val="28684C"/>
                </a:solidFill>
              </a:defRPr>
            </a:lvl8pPr>
            <a:lvl9pPr>
              <a:defRPr sz="1275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8684C"/>
                </a:solidFill>
              </a:defRPr>
            </a:pPr>
            <a:r>
              <a:rPr sz="1275" b="1">
                <a:solidFill>
                  <a:srgbClr val="28684C"/>
                </a:solidFill>
              </a:rPr>
              <a:t>02  Compare places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984F7-EB90-47C4-AABC-8112F733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814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A22"/>
                </a:solidFill>
              </a:defRPr>
            </a:defPPr>
            <a:lvl1pPr>
              <a:defRPr sz="1350" b="0">
                <a:solidFill>
                  <a:srgbClr val="142A22"/>
                </a:solidFill>
              </a:defRPr>
            </a:lvl1pPr>
            <a:lvl2pPr>
              <a:defRPr sz="1350" b="0">
                <a:solidFill>
                  <a:srgbClr val="142A22"/>
                </a:solidFill>
              </a:defRPr>
            </a:lvl2pPr>
            <a:lvl3pPr>
              <a:defRPr sz="1350" b="0">
                <a:solidFill>
                  <a:srgbClr val="142A22"/>
                </a:solidFill>
              </a:defRPr>
            </a:lvl3pPr>
            <a:lvl4pPr>
              <a:defRPr sz="1350" b="0">
                <a:solidFill>
                  <a:srgbClr val="142A22"/>
                </a:solidFill>
              </a:defRPr>
            </a:lvl4pPr>
            <a:lvl5pPr>
              <a:defRPr sz="1350" b="0">
                <a:solidFill>
                  <a:srgbClr val="142A22"/>
                </a:solidFill>
              </a:defRPr>
            </a:lvl5pPr>
            <a:lvl6pPr>
              <a:defRPr sz="1350" b="0">
                <a:solidFill>
                  <a:srgbClr val="142A22"/>
                </a:solidFill>
              </a:defRPr>
            </a:lvl6pPr>
            <a:lvl7pPr>
              <a:defRPr sz="1350" b="0">
                <a:solidFill>
                  <a:srgbClr val="142A22"/>
                </a:solidFill>
              </a:defRPr>
            </a:lvl7pPr>
            <a:lvl8pPr>
              <a:defRPr sz="1350" b="0">
                <a:solidFill>
                  <a:srgbClr val="142A22"/>
                </a:solidFill>
              </a:defRPr>
            </a:lvl8pPr>
            <a:lvl9pPr>
              <a:defRPr sz="1350" b="0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A22"/>
                </a:solidFill>
              </a:defRPr>
            </a:pPr>
            <a:r>
              <a:rPr sz="1350" b="0">
                <a:solidFill>
                  <a:srgbClr val="142A22"/>
                </a:solidFill>
              </a:rPr>
              <a:t>Overpass finds mapped parks and walking-related places nearby.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AA99D-BFA2-4201-B8DF-E915418C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8684C"/>
                </a:solidFill>
              </a:defRPr>
            </a:defPPr>
            <a:lvl1pPr>
              <a:defRPr sz="1275" b="1">
                <a:solidFill>
                  <a:srgbClr val="28684C"/>
                </a:solidFill>
              </a:defRPr>
            </a:lvl1pPr>
            <a:lvl2pPr>
              <a:defRPr sz="1275" b="1">
                <a:solidFill>
                  <a:srgbClr val="28684C"/>
                </a:solidFill>
              </a:defRPr>
            </a:lvl2pPr>
            <a:lvl3pPr>
              <a:defRPr sz="1275" b="1">
                <a:solidFill>
                  <a:srgbClr val="28684C"/>
                </a:solidFill>
              </a:defRPr>
            </a:lvl3pPr>
            <a:lvl4pPr>
              <a:defRPr sz="1275" b="1">
                <a:solidFill>
                  <a:srgbClr val="28684C"/>
                </a:solidFill>
              </a:defRPr>
            </a:lvl4pPr>
            <a:lvl5pPr>
              <a:defRPr sz="1275" b="1">
                <a:solidFill>
                  <a:srgbClr val="28684C"/>
                </a:solidFill>
              </a:defRPr>
            </a:lvl5pPr>
            <a:lvl6pPr>
              <a:defRPr sz="1275" b="1">
                <a:solidFill>
                  <a:srgbClr val="28684C"/>
                </a:solidFill>
              </a:defRPr>
            </a:lvl6pPr>
            <a:lvl7pPr>
              <a:defRPr sz="1275" b="1">
                <a:solidFill>
                  <a:srgbClr val="28684C"/>
                </a:solidFill>
              </a:defRPr>
            </a:lvl7pPr>
            <a:lvl8pPr>
              <a:defRPr sz="1275" b="1">
                <a:solidFill>
                  <a:srgbClr val="28684C"/>
                </a:solidFill>
              </a:defRPr>
            </a:lvl8pPr>
            <a:lvl9pPr>
              <a:defRPr sz="1275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8684C"/>
                </a:solidFill>
              </a:defRPr>
            </a:pPr>
            <a:r>
              <a:rPr sz="1275" b="1">
                <a:solidFill>
                  <a:srgbClr val="28684C"/>
                </a:solidFill>
              </a:rPr>
              <a:t>03  Compare hours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34EAB-5EC4-4726-A6FE-3DFAEC7F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A22"/>
                </a:solidFill>
              </a:defRPr>
            </a:defPPr>
            <a:lvl1pPr>
              <a:defRPr sz="1350" b="0">
                <a:solidFill>
                  <a:srgbClr val="142A22"/>
                </a:solidFill>
              </a:defRPr>
            </a:lvl1pPr>
            <a:lvl2pPr>
              <a:defRPr sz="1350" b="0">
                <a:solidFill>
                  <a:srgbClr val="142A22"/>
                </a:solidFill>
              </a:defRPr>
            </a:lvl2pPr>
            <a:lvl3pPr>
              <a:defRPr sz="1350" b="0">
                <a:solidFill>
                  <a:srgbClr val="142A22"/>
                </a:solidFill>
              </a:defRPr>
            </a:lvl3pPr>
            <a:lvl4pPr>
              <a:defRPr sz="1350" b="0">
                <a:solidFill>
                  <a:srgbClr val="142A22"/>
                </a:solidFill>
              </a:defRPr>
            </a:lvl4pPr>
            <a:lvl5pPr>
              <a:defRPr sz="1350" b="0">
                <a:solidFill>
                  <a:srgbClr val="142A22"/>
                </a:solidFill>
              </a:defRPr>
            </a:lvl5pPr>
            <a:lvl6pPr>
              <a:defRPr sz="1350" b="0">
                <a:solidFill>
                  <a:srgbClr val="142A22"/>
                </a:solidFill>
              </a:defRPr>
            </a:lvl6pPr>
            <a:lvl7pPr>
              <a:defRPr sz="1350" b="0">
                <a:solidFill>
                  <a:srgbClr val="142A22"/>
                </a:solidFill>
              </a:defRPr>
            </a:lvl7pPr>
            <a:lvl8pPr>
              <a:defRPr sz="1350" b="0">
                <a:solidFill>
                  <a:srgbClr val="142A22"/>
                </a:solidFill>
              </a:defRPr>
            </a:lvl8pPr>
            <a:lvl9pPr>
              <a:defRPr sz="1350" b="0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A22"/>
                </a:solidFill>
              </a:defRPr>
            </a:pPr>
            <a:r>
              <a:rPr sz="1350" b="0">
                <a:solidFill>
                  <a:srgbClr val="142A22"/>
                </a:solidFill>
              </a:rPr>
              <a:t>Weather and PM2.5 are fetched at each candidate for morning hours.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34981-6AE0-4B4B-857A-D2520312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8684C"/>
                </a:solidFill>
              </a:defRPr>
            </a:defPPr>
            <a:lvl1pPr>
              <a:defRPr sz="1275" b="1">
                <a:solidFill>
                  <a:srgbClr val="28684C"/>
                </a:solidFill>
              </a:defRPr>
            </a:lvl1pPr>
            <a:lvl2pPr>
              <a:defRPr sz="1275" b="1">
                <a:solidFill>
                  <a:srgbClr val="28684C"/>
                </a:solidFill>
              </a:defRPr>
            </a:lvl2pPr>
            <a:lvl3pPr>
              <a:defRPr sz="1275" b="1">
                <a:solidFill>
                  <a:srgbClr val="28684C"/>
                </a:solidFill>
              </a:defRPr>
            </a:lvl3pPr>
            <a:lvl4pPr>
              <a:defRPr sz="1275" b="1">
                <a:solidFill>
                  <a:srgbClr val="28684C"/>
                </a:solidFill>
              </a:defRPr>
            </a:lvl4pPr>
            <a:lvl5pPr>
              <a:defRPr sz="1275" b="1">
                <a:solidFill>
                  <a:srgbClr val="28684C"/>
                </a:solidFill>
              </a:defRPr>
            </a:lvl5pPr>
            <a:lvl6pPr>
              <a:defRPr sz="1275" b="1">
                <a:solidFill>
                  <a:srgbClr val="28684C"/>
                </a:solidFill>
              </a:defRPr>
            </a:lvl6pPr>
            <a:lvl7pPr>
              <a:defRPr sz="1275" b="1">
                <a:solidFill>
                  <a:srgbClr val="28684C"/>
                </a:solidFill>
              </a:defRPr>
            </a:lvl7pPr>
            <a:lvl8pPr>
              <a:defRPr sz="1275" b="1">
                <a:solidFill>
                  <a:srgbClr val="28684C"/>
                </a:solidFill>
              </a:defRPr>
            </a:lvl8pPr>
            <a:lvl9pPr>
              <a:defRPr sz="1275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8684C"/>
                </a:solidFill>
              </a:defRPr>
            </a:pPr>
            <a:r>
              <a:rPr sz="1275" b="1">
                <a:solidFill>
                  <a:srgbClr val="28684C"/>
                </a:solidFill>
              </a:rPr>
              <a:t>04  Personalize caution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9288A-CD77-4BCB-8D4B-33CF0142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006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A22"/>
                </a:solidFill>
              </a:defRPr>
            </a:defPPr>
            <a:lvl1pPr>
              <a:defRPr sz="1350" b="0">
                <a:solidFill>
                  <a:srgbClr val="142A22"/>
                </a:solidFill>
              </a:defRPr>
            </a:lvl1pPr>
            <a:lvl2pPr>
              <a:defRPr sz="1350" b="0">
                <a:solidFill>
                  <a:srgbClr val="142A22"/>
                </a:solidFill>
              </a:defRPr>
            </a:lvl2pPr>
            <a:lvl3pPr>
              <a:defRPr sz="1350" b="0">
                <a:solidFill>
                  <a:srgbClr val="142A22"/>
                </a:solidFill>
              </a:defRPr>
            </a:lvl3pPr>
            <a:lvl4pPr>
              <a:defRPr sz="1350" b="0">
                <a:solidFill>
                  <a:srgbClr val="142A22"/>
                </a:solidFill>
              </a:defRPr>
            </a:lvl4pPr>
            <a:lvl5pPr>
              <a:defRPr sz="1350" b="0">
                <a:solidFill>
                  <a:srgbClr val="142A22"/>
                </a:solidFill>
              </a:defRPr>
            </a:lvl5pPr>
            <a:lvl6pPr>
              <a:defRPr sz="1350" b="0">
                <a:solidFill>
                  <a:srgbClr val="142A22"/>
                </a:solidFill>
              </a:defRPr>
            </a:lvl6pPr>
            <a:lvl7pPr>
              <a:defRPr sz="1350" b="0">
                <a:solidFill>
                  <a:srgbClr val="142A22"/>
                </a:solidFill>
              </a:defRPr>
            </a:lvl7pPr>
            <a:lvl8pPr>
              <a:defRPr sz="1350" b="0">
                <a:solidFill>
                  <a:srgbClr val="142A22"/>
                </a:solidFill>
              </a:defRPr>
            </a:lvl8pPr>
            <a:lvl9pPr>
              <a:defRPr sz="1350" b="0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A22"/>
                </a:solidFill>
              </a:defRPr>
            </a:pPr>
            <a:r>
              <a:rPr sz="1350" b="0">
                <a:solidFill>
                  <a:srgbClr val="142A22"/>
                </a:solidFill>
              </a:rPr>
              <a:t>An asthma profile tightens particle cautions; it does not diagnose.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9851F-E294-4DBE-8784-29616C2E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8684C"/>
                </a:solidFill>
              </a:defRPr>
            </a:defPPr>
            <a:lvl1pPr>
              <a:defRPr sz="1275" b="1">
                <a:solidFill>
                  <a:srgbClr val="28684C"/>
                </a:solidFill>
              </a:defRPr>
            </a:lvl1pPr>
            <a:lvl2pPr>
              <a:defRPr sz="1275" b="1">
                <a:solidFill>
                  <a:srgbClr val="28684C"/>
                </a:solidFill>
              </a:defRPr>
            </a:lvl2pPr>
            <a:lvl3pPr>
              <a:defRPr sz="1275" b="1">
                <a:solidFill>
                  <a:srgbClr val="28684C"/>
                </a:solidFill>
              </a:defRPr>
            </a:lvl3pPr>
            <a:lvl4pPr>
              <a:defRPr sz="1275" b="1">
                <a:solidFill>
                  <a:srgbClr val="28684C"/>
                </a:solidFill>
              </a:defRPr>
            </a:lvl4pPr>
            <a:lvl5pPr>
              <a:defRPr sz="1275" b="1">
                <a:solidFill>
                  <a:srgbClr val="28684C"/>
                </a:solidFill>
              </a:defRPr>
            </a:lvl5pPr>
            <a:lvl6pPr>
              <a:defRPr sz="1275" b="1">
                <a:solidFill>
                  <a:srgbClr val="28684C"/>
                </a:solidFill>
              </a:defRPr>
            </a:lvl6pPr>
            <a:lvl7pPr>
              <a:defRPr sz="1275" b="1">
                <a:solidFill>
                  <a:srgbClr val="28684C"/>
                </a:solidFill>
              </a:defRPr>
            </a:lvl7pPr>
            <a:lvl8pPr>
              <a:defRPr sz="1275" b="1">
                <a:solidFill>
                  <a:srgbClr val="28684C"/>
                </a:solidFill>
              </a:defRPr>
            </a:lvl8pPr>
            <a:lvl9pPr>
              <a:defRPr sz="1275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8684C"/>
                </a:solidFill>
              </a:defRPr>
            </a:pPr>
            <a:r>
              <a:rPr sz="1275" b="1">
                <a:solidFill>
                  <a:srgbClr val="28684C"/>
                </a:solidFill>
              </a:rPr>
              <a:t>05  Return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90427-E96A-4CE5-8AF4-A0FB24AB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102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A22"/>
                </a:solidFill>
              </a:defRPr>
            </a:defPPr>
            <a:lvl1pPr>
              <a:defRPr sz="1350" b="0">
                <a:solidFill>
                  <a:srgbClr val="142A22"/>
                </a:solidFill>
              </a:defRPr>
            </a:lvl1pPr>
            <a:lvl2pPr>
              <a:defRPr sz="1350" b="0">
                <a:solidFill>
                  <a:srgbClr val="142A22"/>
                </a:solidFill>
              </a:defRPr>
            </a:lvl2pPr>
            <a:lvl3pPr>
              <a:defRPr sz="1350" b="0">
                <a:solidFill>
                  <a:srgbClr val="142A22"/>
                </a:solidFill>
              </a:defRPr>
            </a:lvl3pPr>
            <a:lvl4pPr>
              <a:defRPr sz="1350" b="0">
                <a:solidFill>
                  <a:srgbClr val="142A22"/>
                </a:solidFill>
              </a:defRPr>
            </a:lvl4pPr>
            <a:lvl5pPr>
              <a:defRPr sz="1350" b="0">
                <a:solidFill>
                  <a:srgbClr val="142A22"/>
                </a:solidFill>
              </a:defRPr>
            </a:lvl5pPr>
            <a:lvl6pPr>
              <a:defRPr sz="1350" b="0">
                <a:solidFill>
                  <a:srgbClr val="142A22"/>
                </a:solidFill>
              </a:defRPr>
            </a:lvl6pPr>
            <a:lvl7pPr>
              <a:defRPr sz="1350" b="0">
                <a:solidFill>
                  <a:srgbClr val="142A22"/>
                </a:solidFill>
              </a:defRPr>
            </a:lvl7pPr>
            <a:lvl8pPr>
              <a:defRPr sz="1350" b="0">
                <a:solidFill>
                  <a:srgbClr val="142A22"/>
                </a:solidFill>
              </a:defRPr>
            </a:lvl8pPr>
            <a:lvl9pPr>
              <a:defRPr sz="1350" b="0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A22"/>
                </a:solidFill>
              </a:defRPr>
            </a:pPr>
            <a:r>
              <a:rPr sz="1350" b="0">
                <a:solidFill>
                  <a:srgbClr val="142A22"/>
                </a:solidFill>
              </a:rPr>
              <a:t>Show the best window, alternatives, advice, and upstream sources.</a:t>
            </a:r>
          </a:p>
        </p:txBody>
      </p:sp>
    </p:spTree>
    <p:extLst>
      <p:ext uri="{BB962C8B-B14F-4D97-AF65-F5344CB8AC3E}">
        <p14:creationId xmlns:p14="http://schemas.microsoft.com/office/powerpoint/2010/main" val="541633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60F14-072C-48C2-B056-D38635B5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8684C"/>
                </a:solidFill>
              </a:defRPr>
            </a:defPPr>
            <a:lvl1pPr>
              <a:defRPr sz="1050" b="1">
                <a:solidFill>
                  <a:srgbClr val="28684C"/>
                </a:solidFill>
              </a:defRPr>
            </a:lvl1pPr>
            <a:lvl2pPr>
              <a:defRPr sz="1050" b="1">
                <a:solidFill>
                  <a:srgbClr val="28684C"/>
                </a:solidFill>
              </a:defRPr>
            </a:lvl2pPr>
            <a:lvl3pPr>
              <a:defRPr sz="1050" b="1">
                <a:solidFill>
                  <a:srgbClr val="28684C"/>
                </a:solidFill>
              </a:defRPr>
            </a:lvl3pPr>
            <a:lvl4pPr>
              <a:defRPr sz="1050" b="1">
                <a:solidFill>
                  <a:srgbClr val="28684C"/>
                </a:solidFill>
              </a:defRPr>
            </a:lvl4pPr>
            <a:lvl5pPr>
              <a:defRPr sz="1050" b="1">
                <a:solidFill>
                  <a:srgbClr val="28684C"/>
                </a:solidFill>
              </a:defRPr>
            </a:lvl5pPr>
            <a:lvl6pPr>
              <a:defRPr sz="1050" b="1">
                <a:solidFill>
                  <a:srgbClr val="28684C"/>
                </a:solidFill>
              </a:defRPr>
            </a:lvl6pPr>
            <a:lvl7pPr>
              <a:defRPr sz="1050" b="1">
                <a:solidFill>
                  <a:srgbClr val="28684C"/>
                </a:solidFill>
              </a:defRPr>
            </a:lvl7pPr>
            <a:lvl8pPr>
              <a:defRPr sz="1050" b="1">
                <a:solidFill>
                  <a:srgbClr val="28684C"/>
                </a:solidFill>
              </a:defRPr>
            </a:lvl8pPr>
            <a:lvl9pPr>
              <a:defRPr sz="105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8684C"/>
                </a:solidFill>
              </a:defRPr>
            </a:pPr>
            <a:r>
              <a:rPr sz="1050" b="1">
                <a:solidFill>
                  <a:srgbClr val="28684C"/>
                </a:solidFill>
              </a:rPr>
              <a:t>BUILD + DISCLOSE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C5691-F246-433A-A3A3-0208C550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A22"/>
                </a:solidFill>
              </a:defRPr>
            </a:defPPr>
            <a:lvl1pPr>
              <a:defRPr sz="3300" b="1">
                <a:solidFill>
                  <a:srgbClr val="142A22"/>
                </a:solidFill>
              </a:defRPr>
            </a:lvl1pPr>
            <a:lvl2pPr>
              <a:defRPr sz="3300" b="1">
                <a:solidFill>
                  <a:srgbClr val="142A22"/>
                </a:solidFill>
              </a:defRPr>
            </a:lvl2pPr>
            <a:lvl3pPr>
              <a:defRPr sz="3300" b="1">
                <a:solidFill>
                  <a:srgbClr val="142A22"/>
                </a:solidFill>
              </a:defRPr>
            </a:lvl3pPr>
            <a:lvl4pPr>
              <a:defRPr sz="3300" b="1">
                <a:solidFill>
                  <a:srgbClr val="142A22"/>
                </a:solidFill>
              </a:defRPr>
            </a:lvl4pPr>
            <a:lvl5pPr>
              <a:defRPr sz="3300" b="1">
                <a:solidFill>
                  <a:srgbClr val="142A22"/>
                </a:solidFill>
              </a:defRPr>
            </a:lvl5pPr>
            <a:lvl6pPr>
              <a:defRPr sz="3300" b="1">
                <a:solidFill>
                  <a:srgbClr val="142A22"/>
                </a:solidFill>
              </a:defRPr>
            </a:lvl6pPr>
            <a:lvl7pPr>
              <a:defRPr sz="3300" b="1">
                <a:solidFill>
                  <a:srgbClr val="142A22"/>
                </a:solidFill>
              </a:defRPr>
            </a:lvl7pPr>
            <a:lvl8pPr>
              <a:defRPr sz="3300" b="1">
                <a:solidFill>
                  <a:srgbClr val="142A22"/>
                </a:solidFill>
              </a:defRPr>
            </a:lvl8pPr>
            <a:lvl9pPr>
              <a:defRPr sz="3300" b="1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22"/>
                </a:solidFill>
              </a:defRPr>
            </a:pPr>
            <a:r>
              <a:rPr sz="3300" b="1">
                <a:solidFill>
                  <a:srgbClr val="142A22"/>
                </a:solidFill>
              </a:rPr>
              <a:t>Model, sources, and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5D3EF-7CD7-4EFC-AD76-83A34BE9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5766E"/>
                </a:solidFill>
              </a:defRPr>
            </a:defPPr>
            <a:lvl1pPr>
              <a:defRPr sz="975" b="0">
                <a:solidFill>
                  <a:srgbClr val="65766E"/>
                </a:solidFill>
              </a:defRPr>
            </a:lvl1pPr>
            <a:lvl2pPr>
              <a:defRPr sz="975" b="0">
                <a:solidFill>
                  <a:srgbClr val="65766E"/>
                </a:solidFill>
              </a:defRPr>
            </a:lvl2pPr>
            <a:lvl3pPr>
              <a:defRPr sz="975" b="0">
                <a:solidFill>
                  <a:srgbClr val="65766E"/>
                </a:solidFill>
              </a:defRPr>
            </a:lvl3pPr>
            <a:lvl4pPr>
              <a:defRPr sz="975" b="0">
                <a:solidFill>
                  <a:srgbClr val="65766E"/>
                </a:solidFill>
              </a:defRPr>
            </a:lvl4pPr>
            <a:lvl5pPr>
              <a:defRPr sz="975" b="0">
                <a:solidFill>
                  <a:srgbClr val="65766E"/>
                </a:solidFill>
              </a:defRPr>
            </a:lvl5pPr>
            <a:lvl6pPr>
              <a:defRPr sz="975" b="0">
                <a:solidFill>
                  <a:srgbClr val="65766E"/>
                </a:solidFill>
              </a:defRPr>
            </a:lvl6pPr>
            <a:lvl7pPr>
              <a:defRPr sz="975" b="0">
                <a:solidFill>
                  <a:srgbClr val="65766E"/>
                </a:solidFill>
              </a:defRPr>
            </a:lvl7pPr>
            <a:lvl8pPr>
              <a:defRPr sz="975" b="0">
                <a:solidFill>
                  <a:srgbClr val="65766E"/>
                </a:solidFill>
              </a:defRPr>
            </a:lvl8pPr>
            <a:lvl9pPr>
              <a:defRPr sz="975" b="0">
                <a:solidFill>
                  <a:srgbClr val="65766E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766E"/>
                </a:solidFill>
              </a:defRPr>
            </a:pPr>
            <a:r>
              <a:rPr sz="975" b="0">
                <a:solidFill>
                  <a:srgbClr val="65766E"/>
                </a:solidFill>
              </a:rPr>
              <a:t>OSM attribution: © OpenStreetMap contributors · AI coding: OpenAI Codex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BA84E-9844-49F0-813D-0938BE99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8684C"/>
                </a:solidFill>
              </a:defRPr>
            </a:defPPr>
            <a:lvl1pPr>
              <a:defRPr sz="975" b="1">
                <a:solidFill>
                  <a:srgbClr val="28684C"/>
                </a:solidFill>
              </a:defRPr>
            </a:lvl1pPr>
            <a:lvl2pPr>
              <a:defRPr sz="975" b="1">
                <a:solidFill>
                  <a:srgbClr val="28684C"/>
                </a:solidFill>
              </a:defRPr>
            </a:lvl2pPr>
            <a:lvl3pPr>
              <a:defRPr sz="975" b="1">
                <a:solidFill>
                  <a:srgbClr val="28684C"/>
                </a:solidFill>
              </a:defRPr>
            </a:lvl3pPr>
            <a:lvl4pPr>
              <a:defRPr sz="975" b="1">
                <a:solidFill>
                  <a:srgbClr val="28684C"/>
                </a:solidFill>
              </a:defRPr>
            </a:lvl4pPr>
            <a:lvl5pPr>
              <a:defRPr sz="975" b="1">
                <a:solidFill>
                  <a:srgbClr val="28684C"/>
                </a:solidFill>
              </a:defRPr>
            </a:lvl5pPr>
            <a:lvl6pPr>
              <a:defRPr sz="975" b="1">
                <a:solidFill>
                  <a:srgbClr val="28684C"/>
                </a:solidFill>
              </a:defRPr>
            </a:lvl6pPr>
            <a:lvl7pPr>
              <a:defRPr sz="975" b="1">
                <a:solidFill>
                  <a:srgbClr val="28684C"/>
                </a:solidFill>
              </a:defRPr>
            </a:lvl7pPr>
            <a:lvl8pPr>
              <a:defRPr sz="975" b="1">
                <a:solidFill>
                  <a:srgbClr val="28684C"/>
                </a:solidFill>
              </a:defRPr>
            </a:lvl8pPr>
            <a:lvl9pPr>
              <a:defRPr sz="975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8684C"/>
                </a:solidFill>
              </a:defRPr>
            </a:pPr>
            <a:r>
              <a:rPr sz="975" b="1">
                <a:solidFill>
                  <a:srgbClr val="28684C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050B8-2FDA-4619-88E7-65F5F335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48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13494-5F91-41D8-B9CF-3B24206C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62125"/>
            <a:ext cx="5543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18B14-FBC2-486D-A8F7-460504A7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8684C"/>
                </a:solidFill>
              </a:defRPr>
            </a:defPPr>
            <a:lvl1pPr>
              <a:defRPr sz="1050" b="1">
                <a:solidFill>
                  <a:srgbClr val="28684C"/>
                </a:solidFill>
              </a:defRPr>
            </a:lvl1pPr>
            <a:lvl2pPr>
              <a:defRPr sz="1050" b="1">
                <a:solidFill>
                  <a:srgbClr val="28684C"/>
                </a:solidFill>
              </a:defRPr>
            </a:lvl2pPr>
            <a:lvl3pPr>
              <a:defRPr sz="1050" b="1">
                <a:solidFill>
                  <a:srgbClr val="28684C"/>
                </a:solidFill>
              </a:defRPr>
            </a:lvl3pPr>
            <a:lvl4pPr>
              <a:defRPr sz="1050" b="1">
                <a:solidFill>
                  <a:srgbClr val="28684C"/>
                </a:solidFill>
              </a:defRPr>
            </a:lvl4pPr>
            <a:lvl5pPr>
              <a:defRPr sz="1050" b="1">
                <a:solidFill>
                  <a:srgbClr val="28684C"/>
                </a:solidFill>
              </a:defRPr>
            </a:lvl5pPr>
            <a:lvl6pPr>
              <a:defRPr sz="1050" b="1">
                <a:solidFill>
                  <a:srgbClr val="28684C"/>
                </a:solidFill>
              </a:defRPr>
            </a:lvl6pPr>
            <a:lvl7pPr>
              <a:defRPr sz="1050" b="1">
                <a:solidFill>
                  <a:srgbClr val="28684C"/>
                </a:solidFill>
              </a:defRPr>
            </a:lvl7pPr>
            <a:lvl8pPr>
              <a:defRPr sz="1050" b="1">
                <a:solidFill>
                  <a:srgbClr val="28684C"/>
                </a:solidFill>
              </a:defRPr>
            </a:lvl8pPr>
            <a:lvl9pPr>
              <a:defRPr sz="105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8684C"/>
                </a:solidFill>
              </a:defRPr>
            </a:pPr>
            <a:r>
              <a:rPr sz="1050" b="1">
                <a:solidFill>
                  <a:srgbClr val="28684C"/>
                </a:solidFill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C2E34-973D-4C31-8644-5EEFDAEB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42A22"/>
                </a:solidFill>
              </a:defRPr>
            </a:defPPr>
            <a:lvl1pPr>
              <a:defRPr sz="1575" b="0">
                <a:solidFill>
                  <a:srgbClr val="142A22"/>
                </a:solidFill>
              </a:defRPr>
            </a:lvl1pPr>
            <a:lvl2pPr>
              <a:defRPr sz="1575" b="0">
                <a:solidFill>
                  <a:srgbClr val="142A22"/>
                </a:solidFill>
              </a:defRPr>
            </a:lvl2pPr>
            <a:lvl3pPr>
              <a:defRPr sz="1575" b="0">
                <a:solidFill>
                  <a:srgbClr val="142A22"/>
                </a:solidFill>
              </a:defRPr>
            </a:lvl3pPr>
            <a:lvl4pPr>
              <a:defRPr sz="1575" b="0">
                <a:solidFill>
                  <a:srgbClr val="142A22"/>
                </a:solidFill>
              </a:defRPr>
            </a:lvl4pPr>
            <a:lvl5pPr>
              <a:defRPr sz="1575" b="0">
                <a:solidFill>
                  <a:srgbClr val="142A22"/>
                </a:solidFill>
              </a:defRPr>
            </a:lvl5pPr>
            <a:lvl6pPr>
              <a:defRPr sz="1575" b="0">
                <a:solidFill>
                  <a:srgbClr val="142A22"/>
                </a:solidFill>
              </a:defRPr>
            </a:lvl6pPr>
            <a:lvl7pPr>
              <a:defRPr sz="1575" b="0">
                <a:solidFill>
                  <a:srgbClr val="142A22"/>
                </a:solidFill>
              </a:defRPr>
            </a:lvl7pPr>
            <a:lvl8pPr>
              <a:defRPr sz="1575" b="0">
                <a:solidFill>
                  <a:srgbClr val="142A22"/>
                </a:solidFill>
              </a:defRPr>
            </a:lvl8pPr>
            <a:lvl9pPr>
              <a:defRPr sz="1575" b="0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A22"/>
                </a:solidFill>
              </a:defRPr>
            </a:pPr>
            <a:r>
              <a:rPr sz="1575" b="0">
                <a:solidFill>
                  <a:srgbClr val="142A22"/>
                </a:solidFill>
              </a:rPr>
              <a:t>Qwen2.5-0.5B-Instruct</a:t>
            </a:r>
          </a:p>
          <a:p xmlns:a="http://schemas.openxmlformats.org/drawingml/2006/main">
            <a:pPr>
              <a:defRPr sz="1575" b="0">
                <a:solidFill>
                  <a:srgbClr val="142A22"/>
                </a:solidFill>
              </a:defRPr>
            </a:pPr>
            <a:r>
              <a:rPr sz="1575" b="0">
                <a:solidFill>
                  <a:srgbClr val="142A22"/>
                </a:solidFill>
              </a:rPr>
              <a:t>0.5B parameters · Apache-2.0</a:t>
            </a:r>
          </a:p>
          <a:p xmlns:a="http://schemas.openxmlformats.org/drawingml/2006/main">
            <a:pPr>
              <a:defRPr sz="1575" b="0">
                <a:solidFill>
                  <a:srgbClr val="142A22"/>
                </a:solidFill>
              </a:defRPr>
            </a:pPr>
            <a:r>
              <a:rPr sz="1575" b="0">
                <a:solidFill>
                  <a:srgbClr val="142A22"/>
                </a:solidFill>
              </a:rPr>
              <a:t>Runs locally; no hosted large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18476-328C-4A1C-A266-797734D3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8684C"/>
                </a:solidFill>
              </a:defRPr>
            </a:defPPr>
            <a:lvl1pPr>
              <a:defRPr sz="1050" b="1">
                <a:solidFill>
                  <a:srgbClr val="28684C"/>
                </a:solidFill>
              </a:defRPr>
            </a:lvl1pPr>
            <a:lvl2pPr>
              <a:defRPr sz="1050" b="1">
                <a:solidFill>
                  <a:srgbClr val="28684C"/>
                </a:solidFill>
              </a:defRPr>
            </a:lvl2pPr>
            <a:lvl3pPr>
              <a:defRPr sz="1050" b="1">
                <a:solidFill>
                  <a:srgbClr val="28684C"/>
                </a:solidFill>
              </a:defRPr>
            </a:lvl3pPr>
            <a:lvl4pPr>
              <a:defRPr sz="1050" b="1">
                <a:solidFill>
                  <a:srgbClr val="28684C"/>
                </a:solidFill>
              </a:defRPr>
            </a:lvl4pPr>
            <a:lvl5pPr>
              <a:defRPr sz="1050" b="1">
                <a:solidFill>
                  <a:srgbClr val="28684C"/>
                </a:solidFill>
              </a:defRPr>
            </a:lvl5pPr>
            <a:lvl6pPr>
              <a:defRPr sz="1050" b="1">
                <a:solidFill>
                  <a:srgbClr val="28684C"/>
                </a:solidFill>
              </a:defRPr>
            </a:lvl6pPr>
            <a:lvl7pPr>
              <a:defRPr sz="1050" b="1">
                <a:solidFill>
                  <a:srgbClr val="28684C"/>
                </a:solidFill>
              </a:defRPr>
            </a:lvl7pPr>
            <a:lvl8pPr>
              <a:defRPr sz="1050" b="1">
                <a:solidFill>
                  <a:srgbClr val="28684C"/>
                </a:solidFill>
              </a:defRPr>
            </a:lvl8pPr>
            <a:lvl9pPr>
              <a:defRPr sz="105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8684C"/>
                </a:solidFill>
              </a:defRPr>
            </a:pPr>
            <a:r>
              <a:rPr sz="1050" b="1">
                <a:solidFill>
                  <a:srgbClr val="28684C"/>
                </a:solidFill>
              </a:rPr>
              <a:t>LIVE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1DBDE-FB63-44AA-836F-042555D8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42A22"/>
                </a:solidFill>
              </a:defRPr>
            </a:defPPr>
            <a:lvl1pPr>
              <a:defRPr sz="1500" b="0">
                <a:solidFill>
                  <a:srgbClr val="142A22"/>
                </a:solidFill>
              </a:defRPr>
            </a:lvl1pPr>
            <a:lvl2pPr>
              <a:defRPr sz="1500" b="0">
                <a:solidFill>
                  <a:srgbClr val="142A22"/>
                </a:solidFill>
              </a:defRPr>
            </a:lvl2pPr>
            <a:lvl3pPr>
              <a:defRPr sz="1500" b="0">
                <a:solidFill>
                  <a:srgbClr val="142A22"/>
                </a:solidFill>
              </a:defRPr>
            </a:lvl3pPr>
            <a:lvl4pPr>
              <a:defRPr sz="1500" b="0">
                <a:solidFill>
                  <a:srgbClr val="142A22"/>
                </a:solidFill>
              </a:defRPr>
            </a:lvl4pPr>
            <a:lvl5pPr>
              <a:defRPr sz="1500" b="0">
                <a:solidFill>
                  <a:srgbClr val="142A22"/>
                </a:solidFill>
              </a:defRPr>
            </a:lvl5pPr>
            <a:lvl6pPr>
              <a:defRPr sz="1500" b="0">
                <a:solidFill>
                  <a:srgbClr val="142A22"/>
                </a:solidFill>
              </a:defRPr>
            </a:lvl6pPr>
            <a:lvl7pPr>
              <a:defRPr sz="1500" b="0">
                <a:solidFill>
                  <a:srgbClr val="142A22"/>
                </a:solidFill>
              </a:defRPr>
            </a:lvl7pPr>
            <a:lvl8pPr>
              <a:defRPr sz="1500" b="0">
                <a:solidFill>
                  <a:srgbClr val="142A22"/>
                </a:solidFill>
              </a:defRPr>
            </a:lvl8pPr>
            <a:lvl9pPr>
              <a:defRPr sz="1500" b="0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A22"/>
                </a:solidFill>
              </a:defRPr>
            </a:pPr>
            <a:r>
              <a:rPr sz="1500" b="0">
                <a:solidFill>
                  <a:srgbClr val="142A22"/>
                </a:solidFill>
              </a:rPr>
              <a:t>Open-Meteo: geocoding, weather, air quality</a:t>
            </a:r>
          </a:p>
          <a:p xmlns:a="http://schemas.openxmlformats.org/drawingml/2006/main">
            <a:pPr>
              <a:defRPr sz="1500" b="0">
                <a:solidFill>
                  <a:srgbClr val="142A22"/>
                </a:solidFill>
              </a:defRPr>
            </a:pPr>
            <a:r>
              <a:rPr sz="1500" b="0">
                <a:solidFill>
                  <a:srgbClr val="142A22"/>
                </a:solidFill>
              </a:rPr>
              <a:t>OpenStreetMap: venues and mapped context via Overpass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3955C-8C0D-4F3B-B4D0-679DF23F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8684C"/>
                </a:solidFill>
              </a:defRPr>
            </a:defPPr>
            <a:lvl1pPr>
              <a:defRPr sz="1050" b="1">
                <a:solidFill>
                  <a:srgbClr val="28684C"/>
                </a:solidFill>
              </a:defRPr>
            </a:lvl1pPr>
            <a:lvl2pPr>
              <a:defRPr sz="1050" b="1">
                <a:solidFill>
                  <a:srgbClr val="28684C"/>
                </a:solidFill>
              </a:defRPr>
            </a:lvl2pPr>
            <a:lvl3pPr>
              <a:defRPr sz="1050" b="1">
                <a:solidFill>
                  <a:srgbClr val="28684C"/>
                </a:solidFill>
              </a:defRPr>
            </a:lvl3pPr>
            <a:lvl4pPr>
              <a:defRPr sz="1050" b="1">
                <a:solidFill>
                  <a:srgbClr val="28684C"/>
                </a:solidFill>
              </a:defRPr>
            </a:lvl4pPr>
            <a:lvl5pPr>
              <a:defRPr sz="1050" b="1">
                <a:solidFill>
                  <a:srgbClr val="28684C"/>
                </a:solidFill>
              </a:defRPr>
            </a:lvl5pPr>
            <a:lvl6pPr>
              <a:defRPr sz="1050" b="1">
                <a:solidFill>
                  <a:srgbClr val="28684C"/>
                </a:solidFill>
              </a:defRPr>
            </a:lvl6pPr>
            <a:lvl7pPr>
              <a:defRPr sz="1050" b="1">
                <a:solidFill>
                  <a:srgbClr val="28684C"/>
                </a:solidFill>
              </a:defRPr>
            </a:lvl7pPr>
            <a:lvl8pPr>
              <a:defRPr sz="1050" b="1">
                <a:solidFill>
                  <a:srgbClr val="28684C"/>
                </a:solidFill>
              </a:defRPr>
            </a:lvl8pPr>
            <a:lvl9pPr>
              <a:defRPr sz="105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8684C"/>
                </a:solidFill>
              </a:defRPr>
            </a:pPr>
            <a:r>
              <a:rPr sz="1050" b="1">
                <a:solidFill>
                  <a:srgbClr val="28684C"/>
                </a:solidFill>
              </a:rPr>
              <a:t>LIMITS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5795B-8F52-4BA6-AD14-0CE8EC47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062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2A22"/>
                </a:solidFill>
              </a:defRPr>
            </a:defPPr>
            <a:lvl1pPr>
              <a:defRPr sz="1425" b="0">
                <a:solidFill>
                  <a:srgbClr val="142A22"/>
                </a:solidFill>
              </a:defRPr>
            </a:lvl1pPr>
            <a:lvl2pPr>
              <a:defRPr sz="1425" b="0">
                <a:solidFill>
                  <a:srgbClr val="142A22"/>
                </a:solidFill>
              </a:defRPr>
            </a:lvl2pPr>
            <a:lvl3pPr>
              <a:defRPr sz="1425" b="0">
                <a:solidFill>
                  <a:srgbClr val="142A22"/>
                </a:solidFill>
              </a:defRPr>
            </a:lvl3pPr>
            <a:lvl4pPr>
              <a:defRPr sz="1425" b="0">
                <a:solidFill>
                  <a:srgbClr val="142A22"/>
                </a:solidFill>
              </a:defRPr>
            </a:lvl4pPr>
            <a:lvl5pPr>
              <a:defRPr sz="1425" b="0">
                <a:solidFill>
                  <a:srgbClr val="142A22"/>
                </a:solidFill>
              </a:defRPr>
            </a:lvl5pPr>
            <a:lvl6pPr>
              <a:defRPr sz="1425" b="0">
                <a:solidFill>
                  <a:srgbClr val="142A22"/>
                </a:solidFill>
              </a:defRPr>
            </a:lvl6pPr>
            <a:lvl7pPr>
              <a:defRPr sz="1425" b="0">
                <a:solidFill>
                  <a:srgbClr val="142A22"/>
                </a:solidFill>
              </a:defRPr>
            </a:lvl7pPr>
            <a:lvl8pPr>
              <a:defRPr sz="1425" b="0">
                <a:solidFill>
                  <a:srgbClr val="142A22"/>
                </a:solidFill>
              </a:defRPr>
            </a:lvl8pPr>
            <a:lvl9pPr>
              <a:defRPr sz="1425" b="0">
                <a:solidFill>
                  <a:srgbClr val="142A22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42A22"/>
                </a:solidFill>
              </a:defRPr>
            </a:pPr>
            <a:r>
              <a:rPr sz="1425" b="0">
                <a:solidFill>
                  <a:srgbClr val="142A22"/>
                </a:solidFill>
              </a:rPr>
              <a:t>Forecast grids are not venue sensors. OSM coverage and opening hours vary. No live traffic feed or medical assessment. Scores compare conditions; they do not guarantee safety.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E184F-466A-497F-B32E-A1C2D035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8684C"/>
                </a:solidFill>
              </a:defRPr>
            </a:defPPr>
            <a:lvl1pPr>
              <a:defRPr sz="1200" b="1">
                <a:solidFill>
                  <a:srgbClr val="28684C"/>
                </a:solidFill>
              </a:defRPr>
            </a:lvl1pPr>
            <a:lvl2pPr>
              <a:defRPr sz="1200" b="1">
                <a:solidFill>
                  <a:srgbClr val="28684C"/>
                </a:solidFill>
              </a:defRPr>
            </a:lvl2pPr>
            <a:lvl3pPr>
              <a:defRPr sz="1200" b="1">
                <a:solidFill>
                  <a:srgbClr val="28684C"/>
                </a:solidFill>
              </a:defRPr>
            </a:lvl3pPr>
            <a:lvl4pPr>
              <a:defRPr sz="1200" b="1">
                <a:solidFill>
                  <a:srgbClr val="28684C"/>
                </a:solidFill>
              </a:defRPr>
            </a:lvl4pPr>
            <a:lvl5pPr>
              <a:defRPr sz="1200" b="1">
                <a:solidFill>
                  <a:srgbClr val="28684C"/>
                </a:solidFill>
              </a:defRPr>
            </a:lvl5pPr>
            <a:lvl6pPr>
              <a:defRPr sz="1200" b="1">
                <a:solidFill>
                  <a:srgbClr val="28684C"/>
                </a:solidFill>
              </a:defRPr>
            </a:lvl6pPr>
            <a:lvl7pPr>
              <a:defRPr sz="1200" b="1">
                <a:solidFill>
                  <a:srgbClr val="28684C"/>
                </a:solidFill>
              </a:defRPr>
            </a:lvl7pPr>
            <a:lvl8pPr>
              <a:defRPr sz="1200" b="1">
                <a:solidFill>
                  <a:srgbClr val="28684C"/>
                </a:solidFill>
              </a:defRPr>
            </a:lvl8pPr>
            <a:lvl9pPr>
              <a:defRPr sz="1200" b="1">
                <a:solidFill>
                  <a:srgbClr val="28684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8684C"/>
                </a:solidFill>
              </a:defRPr>
            </a:pPr>
            <a:r>
              <a:rPr sz="1200" b="1">
                <a:solidFill>
                  <a:srgbClr val="28684C"/>
                </a:solidFill>
              </a:rPr>
              <a:t>NEXT: publish public HF repo  ·  deploy judging endpoint  ·  add both URLs</a:t>
            </a:r>
          </a:p>
        </p:txBody>
      </p:sp>
    </p:spTree>
    <p:extLst>
      <p:ext uri="{BB962C8B-B14F-4D97-AF65-F5344CB8AC3E}">
        <p14:creationId xmlns:p14="http://schemas.microsoft.com/office/powerpoint/2010/main" val="845650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2026-10-24T16:48:31.9570000Z</dcterms:created>
  <dcterms:modified xsi:type="dcterms:W3CDTF">2026-10-24T16:48:31.9570000Z</dcterms:modified>
</coreProperties>
</file>